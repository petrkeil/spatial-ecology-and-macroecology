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handoutMasterIdLst>
    <p:handoutMasterId r:id="rId12"/>
  </p:handoutMasterIdLst>
  <p:sldIdLst>
    <p:sldId id="256" r:id="rId2"/>
    <p:sldId id="434" r:id="rId3"/>
    <p:sldId id="465" r:id="rId4"/>
    <p:sldId id="435" r:id="rId5"/>
    <p:sldId id="471" r:id="rId6"/>
    <p:sldId id="472" r:id="rId7"/>
    <p:sldId id="475" r:id="rId8"/>
    <p:sldId id="474" r:id="rId9"/>
    <p:sldId id="388" r:id="rId10"/>
  </p:sldIdLst>
  <p:sldSz cx="12192000" cy="6858000"/>
  <p:notesSz cx="6797675" cy="9926638"/>
  <p:defaultTextStyle>
    <a:defPPr>
      <a:defRPr lang="cs-CZ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2" pos="483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C6C6C"/>
    <a:srgbClr val="F98517"/>
    <a:srgbClr val="23373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548" autoAdjust="0"/>
    <p:restoredTop sz="80392" autoAdjust="0"/>
  </p:normalViewPr>
  <p:slideViewPr>
    <p:cSldViewPr snapToGrid="0">
      <p:cViewPr varScale="1">
        <p:scale>
          <a:sx n="94" d="100"/>
          <a:sy n="94" d="100"/>
        </p:scale>
        <p:origin x="614" y="58"/>
      </p:cViewPr>
      <p:guideLst>
        <p:guide pos="483"/>
        <p:guide orient="horz" pos="2160"/>
      </p:guideLst>
    </p:cSldViewPr>
  </p:slideViewPr>
  <p:outlineViewPr>
    <p:cViewPr>
      <p:scale>
        <a:sx n="33" d="100"/>
        <a:sy n="33" d="100"/>
      </p:scale>
      <p:origin x="0" y="-642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3486" y="-612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50F62E3-41A1-495D-A4AB-E79E21815B2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8CA2F4F-99D3-459F-8D77-C00791FE827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DA2639-1874-4B3D-8074-2AE8AD91B08D}" type="datetimeFigureOut">
              <a:rPr lang="cs-CZ" smtClean="0"/>
              <a:t>10.11.2025</a:t>
            </a:fld>
            <a:endParaRPr lang="cs-CZ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098564D-45CE-4DE8-AD0E-1733D92B822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6210D49-7DAF-4866-B053-27FD41A6E21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889B570-9545-4CE4-90E2-7BC80CEA18C2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20708463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50443" y="0"/>
            <a:ext cx="2945659" cy="49805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BF9E2D-ABE8-4715-ACEE-3A21AD335CA9}" type="datetimeFigureOut">
              <a:rPr lang="cs-CZ" smtClean="0"/>
              <a:t>10.11.2025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2227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79768" y="4777194"/>
            <a:ext cx="5438140" cy="3908614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50443" y="9428584"/>
            <a:ext cx="2945659" cy="49805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2786B-7EAB-4796-A3C3-3241E5BD8FC9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895854207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1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8228108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2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8889566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3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29159002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4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9787490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75F91C-FC83-F519-3408-668E8E558A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F50BB49-A49F-FD30-A3F3-49971ADC57A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4848EF8-9043-F927-0F0E-B94D00D4C3B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F70481E-A033-B52D-6A6E-AE6131BA1BB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D71ADD8-9FDD-2DA1-2AB5-64816F88D7A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5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82282304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71CDE1-425C-798D-567D-08B69A9393B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46395D-315A-0FC7-37DB-C81E63752A95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3626760-46DA-8BA9-E5A0-4A5A42B4CFD8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D682983-CA64-6B9B-EFED-27ADB96DD83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A763CF-D100-ADE6-A201-E975B70CFC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6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356985844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770A2D-6123-6161-E2CB-F3664509B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58252AAB-31A2-336D-8A40-36F3D929053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E4977955-6131-3D57-E731-4A4CC4DAA24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E0C5F4D-6C4B-5E15-AF09-9F02696B27F4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30664B0-C048-F4BE-6B5F-93E8A054535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7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263431898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59B18AD-4A8F-ECFA-9AFA-6EFE3CD36C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9198DDC9-314C-9B13-05FB-4EF92A3D68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C469023-7B0E-0735-6DF3-896521FC118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B16BEA2-77E9-298D-47AB-CBF7ABF9077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2A4BB3-C838-EE1B-686D-7D9E936E89B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8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54935229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4"/>
          </p:nvPr>
        </p:nvSpPr>
        <p:spPr/>
        <p:txBody>
          <a:bodyPr/>
          <a:lstStyle/>
          <a:p>
            <a:endParaRPr lang="cs-CZ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2786B-7EAB-4796-A3C3-3241E5BD8FC9}" type="slidenum">
              <a:rPr lang="cs-CZ" smtClean="0"/>
              <a:t>9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6865732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CFA343-F8CD-4B91-80D5-8F976A5FC73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3384" y="491372"/>
            <a:ext cx="9144000" cy="1817877"/>
          </a:xfrm>
        </p:spPr>
        <p:txBody>
          <a:bodyPr anchor="b">
            <a:normAutofit/>
          </a:bodyPr>
          <a:lstStyle>
            <a:lvl1pPr algn="l">
              <a:lnSpc>
                <a:spcPct val="120000"/>
              </a:lnSpc>
              <a:defRPr sz="3200"/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F4CF820-8C15-4B2C-8A98-0F7C6D2B530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3384" y="2679285"/>
            <a:ext cx="9144000" cy="165576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cs-CZ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FD62E281-3647-4F0D-A47A-4C1A246EFB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553200"/>
            <a:ext cx="9448800" cy="304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2743200" algn="l">
              <a:defRPr sz="1400">
                <a:solidFill>
                  <a:schemeClr val="tx1"/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850E99B9-1540-41C4-ACB1-BA6B987742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53200"/>
            <a:ext cx="2743200" cy="304800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21439472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orient="horz" pos="4128" userDrawn="1">
          <p15:clr>
            <a:srgbClr val="FBAE40"/>
          </p15:clr>
        </p15:guide>
        <p15:guide id="2" pos="5952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F2C36F-FB40-46CF-BA4E-D7BFB0ABF8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487564" cy="68103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 marL="274320">
              <a:defRPr sz="2400"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660F4F2-E764-49C1-B617-A9D8BD31E1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105189"/>
            <a:ext cx="10515600" cy="4351338"/>
          </a:xfrm>
        </p:spPr>
        <p:txBody>
          <a:bodyPr/>
          <a:lstStyle>
            <a:lvl1pPr marL="0" indent="0">
              <a:buNone/>
              <a:defRPr sz="2000"/>
            </a:lvl1pPr>
            <a:lvl2pPr>
              <a:defRPr sz="1800"/>
            </a:lvl2pPr>
            <a:lvl3pPr>
              <a:defRPr sz="16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6D39BB4-1FF4-4FE1-ACFD-B24B7C1DEE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2743200" algn="l">
              <a:defRPr sz="1400">
                <a:solidFill>
                  <a:schemeClr val="tx1"/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D74CB-2F32-4865-8731-CCEF1DE740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082"/>
            <a:ext cx="2743200" cy="27991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9111986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C8A487-18A5-4BE2-BB06-FC58A62155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>
            <a:normAutofit/>
          </a:bodyPr>
          <a:lstStyle>
            <a:lvl1pPr>
              <a:defRPr sz="3400" baseline="0"/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73DC456-583F-4996-A362-D4B2CEC45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B92D7CA-4D29-4535-8BFA-A4B2590674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7" name="Footer Placeholder 4">
            <a:extLst>
              <a:ext uri="{FF2B5EF4-FFF2-40B4-BE49-F238E27FC236}">
                <a16:creationId xmlns:a16="http://schemas.microsoft.com/office/drawing/2014/main" id="{3B189797-3953-4F5D-877B-7A93E60C50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2743200" algn="l">
              <a:defRPr>
                <a:solidFill>
                  <a:schemeClr val="tx1"/>
                </a:solidFill>
              </a:defRPr>
            </a:lvl1pPr>
          </a:lstStyle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15174596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Outro">
    <p:bg>
      <p:bgPr>
        <a:solidFill>
          <a:srgbClr val="23373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E61AA8-01C8-4783-AFEE-64DCA4FEBCE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75360" y="3794125"/>
            <a:ext cx="10515600" cy="1325563"/>
          </a:xfrm>
          <a:solidFill>
            <a:srgbClr val="23373B"/>
          </a:solidFill>
        </p:spPr>
        <p:txBody>
          <a:bodyPr>
            <a:normAutofit/>
          </a:bodyPr>
          <a:lstStyle>
            <a:lvl1pPr algn="ctr"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cs-CZ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3AB4D-DC5C-41FB-81BF-8BC570B15F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68751"/>
            <a:ext cx="2743199" cy="28924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algn="ctr">
              <a:defRPr sz="1400">
                <a:solidFill>
                  <a:schemeClr val="tx1"/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8391CD50-3AE7-435F-B3BF-0B4F9FA5DE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  <a:solidFill>
            <a:schemeClr val="bg1">
              <a:lumMod val="85000"/>
            </a:schemeClr>
          </a:solidFill>
        </p:spPr>
        <p:txBody>
          <a:bodyPr/>
          <a:lstStyle>
            <a:lvl1pPr marL="2743200" algn="l">
              <a:defRPr sz="1400">
                <a:solidFill>
                  <a:schemeClr val="tx1"/>
                </a:solidFill>
              </a:defRPr>
            </a:lvl1pPr>
          </a:lstStyle>
          <a:p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316985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233612D-5967-4E8B-ABFF-DDFED3A127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cs-CZ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266D671-F42C-420C-B33C-94E87A0884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C17D913-A7C6-4243-A0B7-06586CD13B9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0" y="6568751"/>
            <a:ext cx="9448800" cy="28924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cs-CZ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A3B261C-335C-4084-B845-909AAB17F9F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9448800" y="6568751"/>
            <a:ext cx="2743200" cy="28924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13B397D-D41F-492E-ABE2-B3390F73867D}" type="slidenum">
              <a:rPr lang="cs-CZ" smtClean="0"/>
              <a:pPr/>
              <a:t>‹#›</a:t>
            </a:fld>
            <a:endParaRPr lang="cs-CZ" dirty="0"/>
          </a:p>
        </p:txBody>
      </p:sp>
    </p:spTree>
    <p:extLst>
      <p:ext uri="{BB962C8B-B14F-4D97-AF65-F5344CB8AC3E}">
        <p14:creationId xmlns:p14="http://schemas.microsoft.com/office/powerpoint/2010/main" val="3548208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4" r:id="rId4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200"/>
        </a:spcBef>
        <a:spcAft>
          <a:spcPts val="0"/>
        </a:spcAft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12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cs-CZ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jpe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5EF1B-03B5-4BEB-84ED-1DE8303A9A3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0412" y="383268"/>
            <a:ext cx="9985481" cy="1817877"/>
          </a:xfrm>
        </p:spPr>
        <p:txBody>
          <a:bodyPr>
            <a:normAutofit/>
          </a:bodyPr>
          <a:lstStyle/>
          <a:p>
            <a:r>
              <a:rPr lang="en-US" sz="2800" b="1" dirty="0"/>
              <a:t>Practical class: Simulating placement of species ranges</a:t>
            </a:r>
            <a:endParaRPr lang="cs-CZ" sz="2800" b="1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BCCC8FF-9181-4D87-9E04-8C3A7E8D8CC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40413" y="2628265"/>
            <a:ext cx="2229002" cy="449101"/>
          </a:xfrm>
        </p:spPr>
        <p:txBody>
          <a:bodyPr>
            <a:normAutofit/>
          </a:bodyPr>
          <a:lstStyle/>
          <a:p>
            <a:r>
              <a:rPr lang="en-US" sz="2400" dirty="0"/>
              <a:t>Petr Keil</a:t>
            </a:r>
          </a:p>
        </p:txBody>
      </p: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D4FB1F63-3AAC-4310-934E-A4A753AF4C86}"/>
              </a:ext>
            </a:extLst>
          </p:cNvPr>
          <p:cNvCxnSpPr>
            <a:cxnSpLocks/>
          </p:cNvCxnSpPr>
          <p:nvPr/>
        </p:nvCxnSpPr>
        <p:spPr>
          <a:xfrm>
            <a:off x="1354153" y="2393005"/>
            <a:ext cx="1157591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Slide Number Placeholder 3">
            <a:extLst>
              <a:ext uri="{FF2B5EF4-FFF2-40B4-BE49-F238E27FC236}">
                <a16:creationId xmlns:a16="http://schemas.microsoft.com/office/drawing/2014/main" id="{C96E7C3A-0332-4F09-993A-47180DC9A9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448800" y="6578082"/>
            <a:ext cx="2743200" cy="279918"/>
          </a:xfrm>
        </p:spPr>
        <p:txBody>
          <a:bodyPr/>
          <a:lstStyle/>
          <a:p>
            <a:fld id="{613B397D-D41F-492E-ABE2-B3390F73867D}" type="slidenum">
              <a:rPr lang="cs-CZ" smtClean="0"/>
              <a:t>1</a:t>
            </a:fld>
            <a:endParaRPr lang="cs-CZ" dirty="0"/>
          </a:p>
        </p:txBody>
      </p:sp>
      <p:sp>
        <p:nvSpPr>
          <p:cNvPr id="13" name="Footer Placeholder 7">
            <a:extLst>
              <a:ext uri="{FF2B5EF4-FFF2-40B4-BE49-F238E27FC236}">
                <a16:creationId xmlns:a16="http://schemas.microsoft.com/office/drawing/2014/main" id="{C7787912-A4E1-4F60-A84F-A391EC458E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" y="6578082"/>
            <a:ext cx="9448800" cy="279918"/>
          </a:xfrm>
        </p:spPr>
        <p:txBody>
          <a:bodyPr/>
          <a:lstStyle/>
          <a:p>
            <a:endParaRPr lang="cs-CZ" dirty="0"/>
          </a:p>
        </p:txBody>
      </p:sp>
      <p:grpSp>
        <p:nvGrpSpPr>
          <p:cNvPr id="16" name="Group 15">
            <a:extLst>
              <a:ext uri="{FF2B5EF4-FFF2-40B4-BE49-F238E27FC236}">
                <a16:creationId xmlns:a16="http://schemas.microsoft.com/office/drawing/2014/main" id="{0528905D-5962-40B2-9A18-12AB2A27B250}"/>
              </a:ext>
            </a:extLst>
          </p:cNvPr>
          <p:cNvGrpSpPr/>
          <p:nvPr/>
        </p:nvGrpSpPr>
        <p:grpSpPr>
          <a:xfrm>
            <a:off x="1115291" y="3567816"/>
            <a:ext cx="9448801" cy="2627582"/>
            <a:chOff x="-2607014" y="1709738"/>
            <a:chExt cx="13492266" cy="3752014"/>
          </a:xfrm>
        </p:grpSpPr>
        <p:pic>
          <p:nvPicPr>
            <p:cNvPr id="18" name="Picture 17">
              <a:extLst>
                <a:ext uri="{FF2B5EF4-FFF2-40B4-BE49-F238E27FC236}">
                  <a16:creationId xmlns:a16="http://schemas.microsoft.com/office/drawing/2014/main" id="{9A0726D1-CE17-4958-AC97-7FBA89E04E5B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-689"/>
            <a:stretch/>
          </p:blipFill>
          <p:spPr>
            <a:xfrm>
              <a:off x="-2607014" y="1709738"/>
              <a:ext cx="13492265" cy="3752014"/>
            </a:xfrm>
            <a:prstGeom prst="rect">
              <a:avLst/>
            </a:prstGeom>
          </p:spPr>
        </p:pic>
        <p:sp>
          <p:nvSpPr>
            <p:cNvPr id="19" name="Oval 18">
              <a:extLst>
                <a:ext uri="{FF2B5EF4-FFF2-40B4-BE49-F238E27FC236}">
                  <a16:creationId xmlns:a16="http://schemas.microsoft.com/office/drawing/2014/main" id="{C8D3E722-E158-46B3-BA86-C088C3D587B3}"/>
                </a:ext>
              </a:extLst>
            </p:cNvPr>
            <p:cNvSpPr/>
            <p:nvPr/>
          </p:nvSpPr>
          <p:spPr>
            <a:xfrm>
              <a:off x="4381574" y="1924337"/>
              <a:ext cx="3118251" cy="3116966"/>
            </a:xfrm>
            <a:prstGeom prst="ellipse">
              <a:avLst/>
            </a:prstGeom>
            <a:noFill/>
            <a:ln w="19050">
              <a:solidFill>
                <a:srgbClr val="233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dirty="0"/>
            </a:p>
          </p:txBody>
        </p:sp>
        <p:sp>
          <p:nvSpPr>
            <p:cNvPr id="20" name="Oval 19">
              <a:extLst>
                <a:ext uri="{FF2B5EF4-FFF2-40B4-BE49-F238E27FC236}">
                  <a16:creationId xmlns:a16="http://schemas.microsoft.com/office/drawing/2014/main" id="{D93AB7B6-CCC4-4639-894A-BFB17097C5DE}"/>
                </a:ext>
              </a:extLst>
            </p:cNvPr>
            <p:cNvSpPr/>
            <p:nvPr/>
          </p:nvSpPr>
          <p:spPr>
            <a:xfrm>
              <a:off x="7767001" y="1957365"/>
              <a:ext cx="3118251" cy="3116969"/>
            </a:xfrm>
            <a:prstGeom prst="ellipse">
              <a:avLst/>
            </a:prstGeom>
            <a:noFill/>
            <a:ln w="38100">
              <a:solidFill>
                <a:srgbClr val="23373B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2859264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Why do we see </a:t>
            </a:r>
            <a:r>
              <a:rPr lang="en-US" dirty="0"/>
              <a:t>l</a:t>
            </a:r>
            <a:r>
              <a:rPr lang="en-US" dirty="0">
                <a:solidFill>
                  <a:schemeClr val="tx1"/>
                </a:solidFill>
              </a:rPr>
              <a:t>atitudinal gradient of species richness?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2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B90AF4-C8FB-0876-34B5-FE7E13617B58}"/>
              </a:ext>
            </a:extLst>
          </p:cNvPr>
          <p:cNvCxnSpPr>
            <a:cxnSpLocks/>
          </p:cNvCxnSpPr>
          <p:nvPr/>
        </p:nvCxnSpPr>
        <p:spPr>
          <a:xfrm>
            <a:off x="381000" y="6005249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Picture 2">
            <a:extLst>
              <a:ext uri="{FF2B5EF4-FFF2-40B4-BE49-F238E27FC236}">
                <a16:creationId xmlns:a16="http://schemas.microsoft.com/office/drawing/2014/main" id="{4E10535A-B83D-C714-C6B6-743DA0AC71D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896672"/>
            <a:ext cx="4124322" cy="226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59A7B12-6D70-C5A1-763E-975DAB55C018}"/>
              </a:ext>
            </a:extLst>
          </p:cNvPr>
          <p:cNvSpPr txBox="1"/>
          <p:nvPr/>
        </p:nvSpPr>
        <p:spPr>
          <a:xfrm>
            <a:off x="306280" y="6086306"/>
            <a:ext cx="744707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BiodiversityMapping.org; Keil &amp; Chase (2019) </a:t>
            </a:r>
            <a:r>
              <a:rPr lang="en-US" i="1" dirty="0"/>
              <a:t>Nature Communications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5E868EF7-23F9-D05E-7DF9-5B3C8B51F57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96000" y="896672"/>
            <a:ext cx="4124323" cy="226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026C1E1E-32A4-673F-66E3-68C7B271197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3500" y="3523985"/>
            <a:ext cx="4124322" cy="226562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8DF6DFF-9407-815A-31E6-B326341718DC}"/>
              </a:ext>
            </a:extLst>
          </p:cNvPr>
          <p:cNvPicPr>
            <a:picLocks noChangeAspect="1"/>
          </p:cNvPicPr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5908592" y="3555845"/>
            <a:ext cx="4352925" cy="2489933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5820CF0-9250-76D2-D990-73385F6108C2}"/>
              </a:ext>
            </a:extLst>
          </p:cNvPr>
          <p:cNvSpPr txBox="1"/>
          <p:nvPr/>
        </p:nvSpPr>
        <p:spPr>
          <a:xfrm>
            <a:off x="7210425" y="3377936"/>
            <a:ext cx="174926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Tree Richness</a:t>
            </a:r>
          </a:p>
        </p:txBody>
      </p:sp>
    </p:spTree>
    <p:extLst>
      <p:ext uri="{BB962C8B-B14F-4D97-AF65-F5344CB8AC3E}">
        <p14:creationId xmlns:p14="http://schemas.microsoft.com/office/powerpoint/2010/main" val="21059813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Latitudinal gradient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3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B3F85-6033-EE11-7F36-6C5DBEF06008}"/>
              </a:ext>
            </a:extLst>
          </p:cNvPr>
          <p:cNvSpPr txBox="1"/>
          <p:nvPr/>
        </p:nvSpPr>
        <p:spPr>
          <a:xfrm>
            <a:off x="294642" y="6033824"/>
            <a:ext cx="6386895" cy="3268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Storch &amp; Gaston (2004)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Basic and Applied Ecology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B90AF4-C8FB-0876-34B5-FE7E13617B58}"/>
              </a:ext>
            </a:extLst>
          </p:cNvPr>
          <p:cNvCxnSpPr>
            <a:cxnSpLocks/>
          </p:cNvCxnSpPr>
          <p:nvPr/>
        </p:nvCxnSpPr>
        <p:spPr>
          <a:xfrm>
            <a:off x="381000" y="6005249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" name="Picture 10">
            <a:extLst>
              <a:ext uri="{FF2B5EF4-FFF2-40B4-BE49-F238E27FC236}">
                <a16:creationId xmlns:a16="http://schemas.microsoft.com/office/drawing/2014/main" id="{5845E619-AE95-321C-DDA1-72419CC3E69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24102" y="2012816"/>
            <a:ext cx="5248491" cy="3369006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445CC210-8AE7-02B9-AF35-F5F1B99FE54E}"/>
              </a:ext>
            </a:extLst>
          </p:cNvPr>
          <p:cNvSpPr txBox="1"/>
          <p:nvPr/>
        </p:nvSpPr>
        <p:spPr>
          <a:xfrm>
            <a:off x="1191120" y="1204723"/>
            <a:ext cx="59918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Birds across the New World (grid cells of ~ 611,000 km</a:t>
            </a:r>
            <a:r>
              <a:rPr lang="en-US" baseline="30000" dirty="0"/>
              <a:t>2</a:t>
            </a:r>
            <a:r>
              <a:rPr lang="en-US" dirty="0"/>
              <a:t>)</a:t>
            </a:r>
          </a:p>
        </p:txBody>
      </p:sp>
    </p:spTree>
    <p:extLst>
      <p:ext uri="{BB962C8B-B14F-4D97-AF65-F5344CB8AC3E}">
        <p14:creationId xmlns:p14="http://schemas.microsoft.com/office/powerpoint/2010/main" val="59809945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Latitudinal gradient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4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C8B3F85-6033-EE11-7F36-6C5DBEF06008}"/>
              </a:ext>
            </a:extLst>
          </p:cNvPr>
          <p:cNvSpPr txBox="1"/>
          <p:nvPr/>
        </p:nvSpPr>
        <p:spPr>
          <a:xfrm>
            <a:off x="294642" y="6033824"/>
            <a:ext cx="6386895" cy="3268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 err="1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Begon</a:t>
            </a: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 et al. (2004)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Ecology </a:t>
            </a:r>
            <a:r>
              <a:rPr lang="en-US" sz="1600" b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(the textbook)</a:t>
            </a: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B90AF4-C8FB-0876-34B5-FE7E13617B58}"/>
              </a:ext>
            </a:extLst>
          </p:cNvPr>
          <p:cNvCxnSpPr>
            <a:cxnSpLocks/>
          </p:cNvCxnSpPr>
          <p:nvPr/>
        </p:nvCxnSpPr>
        <p:spPr>
          <a:xfrm>
            <a:off x="381000" y="6005249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4" name="Group 13">
            <a:extLst>
              <a:ext uri="{FF2B5EF4-FFF2-40B4-BE49-F238E27FC236}">
                <a16:creationId xmlns:a16="http://schemas.microsoft.com/office/drawing/2014/main" id="{F07D1DE1-1D57-A8C5-D70E-79DA5F40A8AA}"/>
              </a:ext>
            </a:extLst>
          </p:cNvPr>
          <p:cNvGrpSpPr/>
          <p:nvPr/>
        </p:nvGrpSpPr>
        <p:grpSpPr>
          <a:xfrm>
            <a:off x="1333500" y="794530"/>
            <a:ext cx="5005137" cy="5021877"/>
            <a:chOff x="1676400" y="914400"/>
            <a:chExt cx="5695950" cy="5715000"/>
          </a:xfrm>
        </p:grpSpPr>
        <p:pic>
          <p:nvPicPr>
            <p:cNvPr id="9" name="Picture 9">
              <a:extLst>
                <a:ext uri="{FF2B5EF4-FFF2-40B4-BE49-F238E27FC236}">
                  <a16:creationId xmlns:a16="http://schemas.microsoft.com/office/drawing/2014/main" id="{93E35E6C-7231-D42B-DE6B-4B4E95637EE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676400" y="914400"/>
              <a:ext cx="5695950" cy="571500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10" name="Text Box 10">
              <a:extLst>
                <a:ext uri="{FF2B5EF4-FFF2-40B4-BE49-F238E27FC236}">
                  <a16:creationId xmlns:a16="http://schemas.microsoft.com/office/drawing/2014/main" id="{F8300872-C87E-F869-4505-5F36AB28E07A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550" y="1209069"/>
              <a:ext cx="1771650" cy="366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cs-CZ" altLang="en-US" dirty="0" err="1"/>
                <a:t>marine</a:t>
              </a:r>
              <a:r>
                <a:rPr lang="cs-CZ" altLang="en-US" dirty="0"/>
                <a:t> </a:t>
              </a:r>
              <a:r>
                <a:rPr lang="cs-CZ" altLang="en-US" dirty="0" err="1"/>
                <a:t>bivalves</a:t>
              </a:r>
              <a:endParaRPr lang="cs-CZ" altLang="en-US" dirty="0"/>
            </a:p>
          </p:txBody>
        </p:sp>
        <p:sp>
          <p:nvSpPr>
            <p:cNvPr id="11" name="Text Box 11">
              <a:extLst>
                <a:ext uri="{FF2B5EF4-FFF2-40B4-BE49-F238E27FC236}">
                  <a16:creationId xmlns:a16="http://schemas.microsoft.com/office/drawing/2014/main" id="{4248ED7C-AE6A-5A14-85B6-C9C73B9DE62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678" y="1209069"/>
              <a:ext cx="1174750" cy="366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cs-CZ" altLang="en-US" dirty="0" err="1"/>
                <a:t>butterflies</a:t>
              </a:r>
              <a:endParaRPr lang="cs-CZ" altLang="en-US" dirty="0"/>
            </a:p>
          </p:txBody>
        </p:sp>
        <p:sp>
          <p:nvSpPr>
            <p:cNvPr id="12" name="Text Box 12">
              <a:extLst>
                <a:ext uri="{FF2B5EF4-FFF2-40B4-BE49-F238E27FC236}">
                  <a16:creationId xmlns:a16="http://schemas.microsoft.com/office/drawing/2014/main" id="{8F6958DD-B375-9428-A3FE-7F236E40474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2241550" y="4038600"/>
              <a:ext cx="1225551" cy="366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cs-CZ" altLang="en-US" dirty="0"/>
                <a:t>US </a:t>
              </a:r>
              <a:r>
                <a:rPr lang="cs-CZ" altLang="en-US" dirty="0" err="1"/>
                <a:t>lizards</a:t>
              </a:r>
              <a:endParaRPr lang="cs-CZ" altLang="en-US" dirty="0"/>
            </a:p>
          </p:txBody>
        </p:sp>
        <p:sp>
          <p:nvSpPr>
            <p:cNvPr id="13" name="Text Box 13">
              <a:extLst>
                <a:ext uri="{FF2B5EF4-FFF2-40B4-BE49-F238E27FC236}">
                  <a16:creationId xmlns:a16="http://schemas.microsoft.com/office/drawing/2014/main" id="{21774843-56EC-B841-9990-56A8A31119DC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4740678" y="4038600"/>
              <a:ext cx="692150" cy="36671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r>
                <a:rPr lang="cs-CZ" altLang="en-US" dirty="0" err="1"/>
                <a:t>trees</a:t>
              </a:r>
              <a:endParaRPr lang="cs-CZ" alt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99271611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A167F-15F6-F7EB-0031-B98B51A25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4D66C3D8-E044-AA97-961D-E8E72D963711}"/>
              </a:ext>
            </a:extLst>
          </p:cNvPr>
          <p:cNvSpPr/>
          <p:nvPr/>
        </p:nvSpPr>
        <p:spPr>
          <a:xfrm>
            <a:off x="3297211" y="2186856"/>
            <a:ext cx="1988623" cy="1728890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1672C40-5FB5-F1A1-6D63-4C6AC415B3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Maybe these patterns will emerge by random placement of geographic ranges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49F0A29-5636-A7B5-534A-68758FDA0B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5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B76C03-6880-FAAD-066E-093FCACE1E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F15BD030-3323-9460-6CC5-1180143B7532}"/>
              </a:ext>
            </a:extLst>
          </p:cNvPr>
          <p:cNvSpPr txBox="1"/>
          <p:nvPr/>
        </p:nvSpPr>
        <p:spPr>
          <a:xfrm>
            <a:off x="286478" y="6188945"/>
            <a:ext cx="6386895" cy="3268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Colwell &amp; Lees (2000)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Trends in Ecology &amp; Evolution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4BB7B3B7-E17A-4B1E-ECE5-25DD7B4456B2}"/>
              </a:ext>
            </a:extLst>
          </p:cNvPr>
          <p:cNvCxnSpPr>
            <a:cxnSpLocks/>
          </p:cNvCxnSpPr>
          <p:nvPr/>
        </p:nvCxnSpPr>
        <p:spPr>
          <a:xfrm>
            <a:off x="372836" y="6160370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Rectangle 8">
            <a:extLst>
              <a:ext uri="{FF2B5EF4-FFF2-40B4-BE49-F238E27FC236}">
                <a16:creationId xmlns:a16="http://schemas.microsoft.com/office/drawing/2014/main" id="{BFCAE834-C923-6919-F26F-C1E95FCCB6BC}"/>
              </a:ext>
            </a:extLst>
          </p:cNvPr>
          <p:cNvSpPr/>
          <p:nvPr/>
        </p:nvSpPr>
        <p:spPr>
          <a:xfrm>
            <a:off x="1333500" y="1518557"/>
            <a:ext cx="4627327" cy="4156019"/>
          </a:xfrm>
          <a:prstGeom prst="rect">
            <a:avLst/>
          </a:prstGeom>
          <a:noFill/>
          <a:ln w="38100"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FE8191E-7CBC-A088-8247-0C3EEE17D1D5}"/>
              </a:ext>
            </a:extLst>
          </p:cNvPr>
          <p:cNvSpPr txBox="1"/>
          <p:nvPr/>
        </p:nvSpPr>
        <p:spPr>
          <a:xfrm>
            <a:off x="3103167" y="1109076"/>
            <a:ext cx="139012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2D Domain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B2F73CCE-651B-13E0-26D9-E1216A03951C}"/>
              </a:ext>
            </a:extLst>
          </p:cNvPr>
          <p:cNvSpPr/>
          <p:nvPr/>
        </p:nvSpPr>
        <p:spPr>
          <a:xfrm>
            <a:off x="2073729" y="2351314"/>
            <a:ext cx="1031051" cy="1077686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E4827A5-B48C-25D1-878D-F65D7E2A6F9F}"/>
              </a:ext>
            </a:extLst>
          </p:cNvPr>
          <p:cNvSpPr/>
          <p:nvPr/>
        </p:nvSpPr>
        <p:spPr>
          <a:xfrm>
            <a:off x="3938622" y="2678574"/>
            <a:ext cx="1031051" cy="1077686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3F8B914-4A3D-57F1-B48E-407B09319F45}"/>
              </a:ext>
            </a:extLst>
          </p:cNvPr>
          <p:cNvSpPr/>
          <p:nvPr/>
        </p:nvSpPr>
        <p:spPr>
          <a:xfrm>
            <a:off x="1459162" y="3826906"/>
            <a:ext cx="1988623" cy="1728890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AA5D37FC-F46F-9092-1FAC-C6B709841E78}"/>
              </a:ext>
            </a:extLst>
          </p:cNvPr>
          <p:cNvSpPr/>
          <p:nvPr/>
        </p:nvSpPr>
        <p:spPr>
          <a:xfrm>
            <a:off x="2978773" y="3019613"/>
            <a:ext cx="2643313" cy="2203183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0C7FD4D9-07AB-7146-00F6-5C5971184370}"/>
              </a:ext>
            </a:extLst>
          </p:cNvPr>
          <p:cNvSpPr/>
          <p:nvPr/>
        </p:nvSpPr>
        <p:spPr>
          <a:xfrm>
            <a:off x="1891424" y="3520355"/>
            <a:ext cx="500743" cy="555954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7B4080AA-E88C-5ECA-EB1F-A4FA2DBE3C3B}"/>
              </a:ext>
            </a:extLst>
          </p:cNvPr>
          <p:cNvSpPr/>
          <p:nvPr/>
        </p:nvSpPr>
        <p:spPr>
          <a:xfrm>
            <a:off x="4630544" y="3818556"/>
            <a:ext cx="500743" cy="555954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E4B6FA08-72A9-0A37-696E-D461F0890C49}"/>
              </a:ext>
            </a:extLst>
          </p:cNvPr>
          <p:cNvSpPr/>
          <p:nvPr/>
        </p:nvSpPr>
        <p:spPr>
          <a:xfrm>
            <a:off x="1823357" y="2057930"/>
            <a:ext cx="500743" cy="555954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6AFD03BF-4FAC-2ED6-296C-DB59BC05E87D}"/>
              </a:ext>
            </a:extLst>
          </p:cNvPr>
          <p:cNvSpPr/>
          <p:nvPr/>
        </p:nvSpPr>
        <p:spPr>
          <a:xfrm>
            <a:off x="1952730" y="4743450"/>
            <a:ext cx="235299" cy="225878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0E133B65-8420-1E05-B4FB-F769181130E8}"/>
              </a:ext>
            </a:extLst>
          </p:cNvPr>
          <p:cNvSpPr/>
          <p:nvPr/>
        </p:nvSpPr>
        <p:spPr>
          <a:xfrm>
            <a:off x="4257992" y="2348574"/>
            <a:ext cx="235299" cy="225878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7AFB4BBF-908A-33CA-9169-C745E1AB24F7}"/>
              </a:ext>
            </a:extLst>
          </p:cNvPr>
          <p:cNvSpPr/>
          <p:nvPr/>
        </p:nvSpPr>
        <p:spPr>
          <a:xfrm>
            <a:off x="3578891" y="4517572"/>
            <a:ext cx="235299" cy="225878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92775AE5-B549-E798-12D1-551102E41BF7}"/>
              </a:ext>
            </a:extLst>
          </p:cNvPr>
          <p:cNvSpPr/>
          <p:nvPr/>
        </p:nvSpPr>
        <p:spPr>
          <a:xfrm>
            <a:off x="4763265" y="5251370"/>
            <a:ext cx="235299" cy="225878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ACC94245-AB18-9188-A305-88A037C9F086}"/>
              </a:ext>
            </a:extLst>
          </p:cNvPr>
          <p:cNvSpPr/>
          <p:nvPr/>
        </p:nvSpPr>
        <p:spPr>
          <a:xfrm>
            <a:off x="5314500" y="1746170"/>
            <a:ext cx="235299" cy="225878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030860B4-E51F-36F0-0BF0-F2A917D9BA84}"/>
              </a:ext>
            </a:extLst>
          </p:cNvPr>
          <p:cNvSpPr/>
          <p:nvPr/>
        </p:nvSpPr>
        <p:spPr>
          <a:xfrm>
            <a:off x="3313447" y="1850548"/>
            <a:ext cx="500743" cy="555954"/>
          </a:xfrm>
          <a:prstGeom prst="rect">
            <a:avLst/>
          </a:prstGeom>
          <a:solidFill>
            <a:srgbClr val="6C6C6C">
              <a:alpha val="40000"/>
            </a:srgb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719E9FBE-D42B-49DE-E235-0C6F219D666B}"/>
              </a:ext>
            </a:extLst>
          </p:cNvPr>
          <p:cNvSpPr txBox="1"/>
          <p:nvPr/>
        </p:nvSpPr>
        <p:spPr>
          <a:xfrm>
            <a:off x="6450684" y="1527382"/>
            <a:ext cx="4627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Are we going to see more species in the middle, or around the edges?</a:t>
            </a:r>
          </a:p>
        </p:txBody>
      </p:sp>
    </p:spTree>
    <p:extLst>
      <p:ext uri="{BB962C8B-B14F-4D97-AF65-F5344CB8AC3E}">
        <p14:creationId xmlns:p14="http://schemas.microsoft.com/office/powerpoint/2010/main" val="5786485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2" grpId="0" animBg="1"/>
      <p:bldP spid="13" grpId="0" animBg="1"/>
      <p:bldP spid="17" grpId="0" animBg="1"/>
      <p:bldP spid="18" grpId="0" animBg="1"/>
      <p:bldP spid="19" grpId="0" animBg="1"/>
      <p:bldP spid="20" grpId="0" animBg="1"/>
      <p:bldP spid="21" grpId="0" animBg="1"/>
      <p:bldP spid="22" grpId="0" animBg="1"/>
      <p:bldP spid="23" grpId="0" animBg="1"/>
      <p:bldP spid="24" grpId="0" animBg="1"/>
      <p:bldP spid="25" grpId="0" animBg="1"/>
      <p:bldP spid="26" grpId="0" animBg="1"/>
      <p:bldP spid="27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0B522-6661-AB80-E657-07731E817D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CBB368-A6E2-399E-CF6F-D8A5ED1F5E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>
                <a:solidFill>
                  <a:schemeClr val="tx1"/>
                </a:solidFill>
              </a:rPr>
              <a:t>Maybe these patterns will emerge by random placement of geographic ranges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9F0CF5-A99C-2EA4-1592-53B7E2DD38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6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E7F8C4-A87A-3826-33CE-77F557BB6F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81A486-DEC4-B8F7-26BA-52CD21CEFD95}"/>
              </a:ext>
            </a:extLst>
          </p:cNvPr>
          <p:cNvSpPr txBox="1"/>
          <p:nvPr/>
        </p:nvSpPr>
        <p:spPr>
          <a:xfrm>
            <a:off x="286478" y="6188945"/>
            <a:ext cx="6386895" cy="3268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Colwell &amp; Lees (2000)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Trends in Ecology &amp; Evolution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1C7E9279-FE92-416D-E8BF-E42DFC6EAF9A}"/>
              </a:ext>
            </a:extLst>
          </p:cNvPr>
          <p:cNvCxnSpPr>
            <a:cxnSpLocks/>
          </p:cNvCxnSpPr>
          <p:nvPr/>
        </p:nvCxnSpPr>
        <p:spPr>
          <a:xfrm>
            <a:off x="372836" y="6160370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3" name="Group 42">
            <a:extLst>
              <a:ext uri="{FF2B5EF4-FFF2-40B4-BE49-F238E27FC236}">
                <a16:creationId xmlns:a16="http://schemas.microsoft.com/office/drawing/2014/main" id="{D47F3038-C742-6415-79DD-710B00811AD5}"/>
              </a:ext>
            </a:extLst>
          </p:cNvPr>
          <p:cNvGrpSpPr/>
          <p:nvPr/>
        </p:nvGrpSpPr>
        <p:grpSpPr>
          <a:xfrm rot="5400000">
            <a:off x="776062" y="1692767"/>
            <a:ext cx="4286079" cy="3238540"/>
            <a:chOff x="1263679" y="3460992"/>
            <a:chExt cx="4286079" cy="3238540"/>
          </a:xfrm>
        </p:grpSpPr>
        <p:sp>
          <p:nvSpPr>
            <p:cNvPr id="11" name="TextBox 10">
              <a:extLst>
                <a:ext uri="{FF2B5EF4-FFF2-40B4-BE49-F238E27FC236}">
                  <a16:creationId xmlns:a16="http://schemas.microsoft.com/office/drawing/2014/main" id="{538E32C5-B8C5-B3EC-CE3E-76CB27C4C1F7}"/>
                </a:ext>
              </a:extLst>
            </p:cNvPr>
            <p:cNvSpPr txBox="1"/>
            <p:nvPr/>
          </p:nvSpPr>
          <p:spPr>
            <a:xfrm rot="16200000">
              <a:off x="753283" y="5819804"/>
              <a:ext cx="1390124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b="1" dirty="0"/>
                <a:t>1D Domain</a:t>
              </a:r>
            </a:p>
          </p:txBody>
        </p:sp>
        <p:cxnSp>
          <p:nvCxnSpPr>
            <p:cNvPr id="29" name="Straight Connector 28">
              <a:extLst>
                <a:ext uri="{FF2B5EF4-FFF2-40B4-BE49-F238E27FC236}">
                  <a16:creationId xmlns:a16="http://schemas.microsoft.com/office/drawing/2014/main" id="{324EC111-20C7-6561-2F9C-6FC3E400BDE7}"/>
                </a:ext>
              </a:extLst>
            </p:cNvPr>
            <p:cNvCxnSpPr/>
            <p:nvPr/>
          </p:nvCxnSpPr>
          <p:spPr>
            <a:xfrm>
              <a:off x="1328822" y="5238456"/>
              <a:ext cx="4220936" cy="0"/>
            </a:xfrm>
            <a:prstGeom prst="line">
              <a:avLst/>
            </a:prstGeom>
            <a:ln w="38100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" name="Straight Connector 2">
              <a:extLst>
                <a:ext uri="{FF2B5EF4-FFF2-40B4-BE49-F238E27FC236}">
                  <a16:creationId xmlns:a16="http://schemas.microsoft.com/office/drawing/2014/main" id="{331CD0A4-0979-18F6-4FE6-F94E6BC1D1E1}"/>
                </a:ext>
              </a:extLst>
            </p:cNvPr>
            <p:cNvCxnSpPr>
              <a:cxnSpLocks/>
            </p:cNvCxnSpPr>
            <p:nvPr/>
          </p:nvCxnSpPr>
          <p:spPr>
            <a:xfrm>
              <a:off x="1321811" y="4921477"/>
              <a:ext cx="124993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A83B9284-D83D-46EC-E08E-2A44ADAE87D4}"/>
                </a:ext>
              </a:extLst>
            </p:cNvPr>
            <p:cNvCxnSpPr>
              <a:cxnSpLocks/>
            </p:cNvCxnSpPr>
            <p:nvPr/>
          </p:nvCxnSpPr>
          <p:spPr>
            <a:xfrm>
              <a:off x="1946780" y="4747306"/>
              <a:ext cx="124993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54E0504-9977-4F18-0034-CB3BE10A1650}"/>
                </a:ext>
              </a:extLst>
            </p:cNvPr>
            <p:cNvCxnSpPr>
              <a:cxnSpLocks/>
            </p:cNvCxnSpPr>
            <p:nvPr/>
          </p:nvCxnSpPr>
          <p:spPr>
            <a:xfrm>
              <a:off x="3674887" y="5071156"/>
              <a:ext cx="1249939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6D7F6B6-08C0-F85F-1167-68F16D778DC2}"/>
                </a:ext>
              </a:extLst>
            </p:cNvPr>
            <p:cNvCxnSpPr>
              <a:cxnSpLocks/>
            </p:cNvCxnSpPr>
            <p:nvPr/>
          </p:nvCxnSpPr>
          <p:spPr>
            <a:xfrm>
              <a:off x="2660753" y="4472441"/>
              <a:ext cx="274400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0" name="Straight Connector 29">
              <a:extLst>
                <a:ext uri="{FF2B5EF4-FFF2-40B4-BE49-F238E27FC236}">
                  <a16:creationId xmlns:a16="http://schemas.microsoft.com/office/drawing/2014/main" id="{33F7FEBE-575B-8D0F-7652-6ECA98938E6A}"/>
                </a:ext>
              </a:extLst>
            </p:cNvPr>
            <p:cNvCxnSpPr>
              <a:cxnSpLocks/>
            </p:cNvCxnSpPr>
            <p:nvPr/>
          </p:nvCxnSpPr>
          <p:spPr>
            <a:xfrm>
              <a:off x="1682801" y="4314598"/>
              <a:ext cx="2744004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3F422EB1-EEAE-2A41-DD15-34E5DC1B6BEF}"/>
                </a:ext>
              </a:extLst>
            </p:cNvPr>
            <p:cNvCxnSpPr>
              <a:cxnSpLocks/>
            </p:cNvCxnSpPr>
            <p:nvPr/>
          </p:nvCxnSpPr>
          <p:spPr>
            <a:xfrm>
              <a:off x="2956329" y="3944484"/>
              <a:ext cx="96592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B7D341A8-6760-5BC8-F609-233AE76775E6}"/>
                </a:ext>
              </a:extLst>
            </p:cNvPr>
            <p:cNvCxnSpPr>
              <a:cxnSpLocks/>
            </p:cNvCxnSpPr>
            <p:nvPr/>
          </p:nvCxnSpPr>
          <p:spPr>
            <a:xfrm>
              <a:off x="3568190" y="3647849"/>
              <a:ext cx="965922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>
              <a:extLst>
                <a:ext uri="{FF2B5EF4-FFF2-40B4-BE49-F238E27FC236}">
                  <a16:creationId xmlns:a16="http://schemas.microsoft.com/office/drawing/2014/main" id="{A95949DD-5E99-551E-38DE-7F869CE5B997}"/>
                </a:ext>
              </a:extLst>
            </p:cNvPr>
            <p:cNvCxnSpPr>
              <a:cxnSpLocks/>
            </p:cNvCxnSpPr>
            <p:nvPr/>
          </p:nvCxnSpPr>
          <p:spPr>
            <a:xfrm>
              <a:off x="3662544" y="4747306"/>
              <a:ext cx="2597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Straight Connector 35">
              <a:extLst>
                <a:ext uri="{FF2B5EF4-FFF2-40B4-BE49-F238E27FC236}">
                  <a16:creationId xmlns:a16="http://schemas.microsoft.com/office/drawing/2014/main" id="{01B71F2F-47E7-986C-4F85-DB09FA220F69}"/>
                </a:ext>
              </a:extLst>
            </p:cNvPr>
            <p:cNvCxnSpPr>
              <a:cxnSpLocks/>
            </p:cNvCxnSpPr>
            <p:nvPr/>
          </p:nvCxnSpPr>
          <p:spPr>
            <a:xfrm>
              <a:off x="4724401" y="3961947"/>
              <a:ext cx="2597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Straight Connector 36">
              <a:extLst>
                <a:ext uri="{FF2B5EF4-FFF2-40B4-BE49-F238E27FC236}">
                  <a16:creationId xmlns:a16="http://schemas.microsoft.com/office/drawing/2014/main" id="{8CB9611C-722A-E97B-4222-C674E52F9600}"/>
                </a:ext>
              </a:extLst>
            </p:cNvPr>
            <p:cNvCxnSpPr>
              <a:cxnSpLocks/>
            </p:cNvCxnSpPr>
            <p:nvPr/>
          </p:nvCxnSpPr>
          <p:spPr>
            <a:xfrm>
              <a:off x="1946780" y="3944484"/>
              <a:ext cx="2597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8" name="Straight Connector 37">
              <a:extLst>
                <a:ext uri="{FF2B5EF4-FFF2-40B4-BE49-F238E27FC236}">
                  <a16:creationId xmlns:a16="http://schemas.microsoft.com/office/drawing/2014/main" id="{3DCEA91E-47F3-AFDF-7C7D-E892E2266239}"/>
                </a:ext>
              </a:extLst>
            </p:cNvPr>
            <p:cNvCxnSpPr>
              <a:cxnSpLocks/>
            </p:cNvCxnSpPr>
            <p:nvPr/>
          </p:nvCxnSpPr>
          <p:spPr>
            <a:xfrm>
              <a:off x="1263680" y="3659444"/>
              <a:ext cx="2597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9" name="Straight Connector 38">
              <a:extLst>
                <a:ext uri="{FF2B5EF4-FFF2-40B4-BE49-F238E27FC236}">
                  <a16:creationId xmlns:a16="http://schemas.microsoft.com/office/drawing/2014/main" id="{98D21770-1F2F-9CBC-0095-B944625045CE}"/>
                </a:ext>
              </a:extLst>
            </p:cNvPr>
            <p:cNvCxnSpPr>
              <a:cxnSpLocks/>
            </p:cNvCxnSpPr>
            <p:nvPr/>
          </p:nvCxnSpPr>
          <p:spPr>
            <a:xfrm>
              <a:off x="2924949" y="5066847"/>
              <a:ext cx="2597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40" name="Straight Connector 39">
              <a:extLst>
                <a:ext uri="{FF2B5EF4-FFF2-40B4-BE49-F238E27FC236}">
                  <a16:creationId xmlns:a16="http://schemas.microsoft.com/office/drawing/2014/main" id="{B6055A91-DF7D-47E7-41DF-80C20EF19890}"/>
                </a:ext>
              </a:extLst>
            </p:cNvPr>
            <p:cNvCxnSpPr>
              <a:cxnSpLocks/>
            </p:cNvCxnSpPr>
            <p:nvPr/>
          </p:nvCxnSpPr>
          <p:spPr>
            <a:xfrm>
              <a:off x="5145051" y="3460992"/>
              <a:ext cx="259707" cy="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41" name="TextBox 40">
            <a:extLst>
              <a:ext uri="{FF2B5EF4-FFF2-40B4-BE49-F238E27FC236}">
                <a16:creationId xmlns:a16="http://schemas.microsoft.com/office/drawing/2014/main" id="{85A12055-D3AB-0D14-2535-FE5D4476E0C0}"/>
              </a:ext>
            </a:extLst>
          </p:cNvPr>
          <p:cNvSpPr txBox="1"/>
          <p:nvPr/>
        </p:nvSpPr>
        <p:spPr>
          <a:xfrm>
            <a:off x="6450684" y="1527382"/>
            <a:ext cx="462732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Are we going to see more species in the middle, or around the edges?</a:t>
            </a:r>
          </a:p>
        </p:txBody>
      </p:sp>
    </p:spTree>
    <p:extLst>
      <p:ext uri="{BB962C8B-B14F-4D97-AF65-F5344CB8AC3E}">
        <p14:creationId xmlns:p14="http://schemas.microsoft.com/office/powerpoint/2010/main" val="14910359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2ECE22-E052-7D28-CAAD-ED892A086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190074-573E-969D-C2D4-0098F3E753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tx1"/>
                </a:solidFill>
              </a:rPr>
              <a:t>Goals of today’s practical class</a:t>
            </a:r>
            <a:endParaRPr lang="cs-CZ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2D9C2DE-95B3-01E7-9C3F-45CC1E1DB2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7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65A4BA-FBFA-C52C-AC81-DA245A45AE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1FC1DA2-6C05-C4DD-DCD0-6CD5DCF9736D}"/>
              </a:ext>
            </a:extLst>
          </p:cNvPr>
          <p:cNvSpPr txBox="1"/>
          <p:nvPr/>
        </p:nvSpPr>
        <p:spPr>
          <a:xfrm>
            <a:off x="1438184" y="1455938"/>
            <a:ext cx="7741328" cy="33547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Implement a simple random range placement model and see if it produces realistic patterns of species richness, e.g. the latitudinal gradient of diversity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Demonstrate the idea of a null model in spatial ecology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r>
              <a:rPr lang="en-US" dirty="0"/>
              <a:t>Continue practicing simple algorithmic thinking (loops, indices, algorithms)</a:t>
            </a:r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b="1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  <a:p>
            <a:pPr marL="285750" indent="-285750">
              <a:spcAft>
                <a:spcPts val="1200"/>
              </a:spcAft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17991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6A152BB-5257-F01B-AC47-2788588A3C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C126F1-4B31-C055-11F5-29511CBE25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8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D3802-22CA-FD59-18F8-0E53DDE029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grpSp>
        <p:nvGrpSpPr>
          <p:cNvPr id="329" name="Group 328">
            <a:extLst>
              <a:ext uri="{FF2B5EF4-FFF2-40B4-BE49-F238E27FC236}">
                <a16:creationId xmlns:a16="http://schemas.microsoft.com/office/drawing/2014/main" id="{2FCF56B5-B592-26F7-983A-F969B6FFAD99}"/>
              </a:ext>
            </a:extLst>
          </p:cNvPr>
          <p:cNvGrpSpPr/>
          <p:nvPr/>
        </p:nvGrpSpPr>
        <p:grpSpPr>
          <a:xfrm>
            <a:off x="6805523" y="1848688"/>
            <a:ext cx="3928820" cy="4419000"/>
            <a:chOff x="6511218" y="1219500"/>
            <a:chExt cx="3928820" cy="4419000"/>
          </a:xfrm>
        </p:grpSpPr>
        <p:grpSp>
          <p:nvGrpSpPr>
            <p:cNvPr id="304" name="Group 303">
              <a:extLst>
                <a:ext uri="{FF2B5EF4-FFF2-40B4-BE49-F238E27FC236}">
                  <a16:creationId xmlns:a16="http://schemas.microsoft.com/office/drawing/2014/main" id="{590A0B96-402D-17D2-9E85-86CF045DB58B}"/>
                </a:ext>
              </a:extLst>
            </p:cNvPr>
            <p:cNvGrpSpPr/>
            <p:nvPr/>
          </p:nvGrpSpPr>
          <p:grpSpPr>
            <a:xfrm>
              <a:off x="6511218" y="1219500"/>
              <a:ext cx="3928820" cy="4419000"/>
              <a:chOff x="6732683" y="1784208"/>
              <a:chExt cx="3928820" cy="4419000"/>
            </a:xfrm>
            <a:solidFill>
              <a:schemeClr val="bg1">
                <a:lumMod val="75000"/>
              </a:schemeClr>
            </a:solidFill>
          </p:grpSpPr>
          <p:grpSp>
            <p:nvGrpSpPr>
              <p:cNvPr id="225" name="Group 224">
                <a:extLst>
                  <a:ext uri="{FF2B5EF4-FFF2-40B4-BE49-F238E27FC236}">
                    <a16:creationId xmlns:a16="http://schemas.microsoft.com/office/drawing/2014/main" id="{2F65E042-CF65-3F19-A693-AA36A1E6236A}"/>
                  </a:ext>
                </a:extLst>
              </p:cNvPr>
              <p:cNvGrpSpPr/>
              <p:nvPr/>
            </p:nvGrpSpPr>
            <p:grpSpPr>
              <a:xfrm>
                <a:off x="6732828" y="1784208"/>
                <a:ext cx="3928675" cy="2214352"/>
                <a:chOff x="6732828" y="1784208"/>
                <a:chExt cx="3928675" cy="2214352"/>
              </a:xfrm>
              <a:grpFill/>
            </p:grpSpPr>
            <p:grpSp>
              <p:nvGrpSpPr>
                <p:cNvPr id="159" name="Group 158">
                  <a:extLst>
                    <a:ext uri="{FF2B5EF4-FFF2-40B4-BE49-F238E27FC236}">
                      <a16:creationId xmlns:a16="http://schemas.microsoft.com/office/drawing/2014/main" id="{57EE6F1C-A951-D6C4-727A-E05947D75E45}"/>
                    </a:ext>
                  </a:extLst>
                </p:cNvPr>
                <p:cNvGrpSpPr/>
                <p:nvPr/>
              </p:nvGrpSpPr>
              <p:grpSpPr>
                <a:xfrm>
                  <a:off x="6732973" y="1784208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160" name="Rectangle 159">
                    <a:extLst>
                      <a:ext uri="{FF2B5EF4-FFF2-40B4-BE49-F238E27FC236}">
                        <a16:creationId xmlns:a16="http://schemas.microsoft.com/office/drawing/2014/main" id="{C43A69AA-1D5E-BB3E-7844-BA4C17827C83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1" name="Rectangle 160">
                    <a:extLst>
                      <a:ext uri="{FF2B5EF4-FFF2-40B4-BE49-F238E27FC236}">
                        <a16:creationId xmlns:a16="http://schemas.microsoft.com/office/drawing/2014/main" id="{909CD777-4BCE-11C0-4BA8-1FEA72DEB5B0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2" name="Rectangle 161">
                    <a:extLst>
                      <a:ext uri="{FF2B5EF4-FFF2-40B4-BE49-F238E27FC236}">
                        <a16:creationId xmlns:a16="http://schemas.microsoft.com/office/drawing/2014/main" id="{3E1823F7-73E1-24A1-9F1F-2CA444E73D72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3" name="Rectangle 162">
                    <a:extLst>
                      <a:ext uri="{FF2B5EF4-FFF2-40B4-BE49-F238E27FC236}">
                        <a16:creationId xmlns:a16="http://schemas.microsoft.com/office/drawing/2014/main" id="{C9ADFF0F-3BA2-E903-A99C-DF883C7DDA0C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4" name="Rectangle 163">
                    <a:extLst>
                      <a:ext uri="{FF2B5EF4-FFF2-40B4-BE49-F238E27FC236}">
                        <a16:creationId xmlns:a16="http://schemas.microsoft.com/office/drawing/2014/main" id="{01263FED-9FA0-446E-95F5-60CC3E1646B0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5" name="Rectangle 164">
                    <a:extLst>
                      <a:ext uri="{FF2B5EF4-FFF2-40B4-BE49-F238E27FC236}">
                        <a16:creationId xmlns:a16="http://schemas.microsoft.com/office/drawing/2014/main" id="{DDBC5161-E1A2-AA37-2C5B-64BAB15334CC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6" name="Rectangle 165">
                    <a:extLst>
                      <a:ext uri="{FF2B5EF4-FFF2-40B4-BE49-F238E27FC236}">
                        <a16:creationId xmlns:a16="http://schemas.microsoft.com/office/drawing/2014/main" id="{5FA1A108-0D5E-4BE8-F1E6-0A174EE9A15C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7" name="Rectangle 166">
                    <a:extLst>
                      <a:ext uri="{FF2B5EF4-FFF2-40B4-BE49-F238E27FC236}">
                        <a16:creationId xmlns:a16="http://schemas.microsoft.com/office/drawing/2014/main" id="{0D9092BB-A301-A1B3-692E-2A3419FC57C8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8" name="Rectangle 167">
                    <a:extLst>
                      <a:ext uri="{FF2B5EF4-FFF2-40B4-BE49-F238E27FC236}">
                        <a16:creationId xmlns:a16="http://schemas.microsoft.com/office/drawing/2014/main" id="{D4358C98-A841-FA31-B258-58C6AFB9F8B6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69" name="Rectangle 168">
                    <a:extLst>
                      <a:ext uri="{FF2B5EF4-FFF2-40B4-BE49-F238E27FC236}">
                        <a16:creationId xmlns:a16="http://schemas.microsoft.com/office/drawing/2014/main" id="{8BDE4487-F952-0E56-85A1-43EC4A7B75EF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70" name="Group 169">
                  <a:extLst>
                    <a:ext uri="{FF2B5EF4-FFF2-40B4-BE49-F238E27FC236}">
                      <a16:creationId xmlns:a16="http://schemas.microsoft.com/office/drawing/2014/main" id="{1653CFA1-5F16-ADC4-3EDA-1F2DE97BF030}"/>
                    </a:ext>
                  </a:extLst>
                </p:cNvPr>
                <p:cNvGrpSpPr/>
                <p:nvPr/>
              </p:nvGrpSpPr>
              <p:grpSpPr>
                <a:xfrm>
                  <a:off x="6732973" y="2153951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171" name="Rectangle 170">
                    <a:extLst>
                      <a:ext uri="{FF2B5EF4-FFF2-40B4-BE49-F238E27FC236}">
                        <a16:creationId xmlns:a16="http://schemas.microsoft.com/office/drawing/2014/main" id="{4339EDF7-C13B-2683-EAEE-DDE3D53BA44E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2" name="Rectangle 171">
                    <a:extLst>
                      <a:ext uri="{FF2B5EF4-FFF2-40B4-BE49-F238E27FC236}">
                        <a16:creationId xmlns:a16="http://schemas.microsoft.com/office/drawing/2014/main" id="{55106DEA-C4B9-8102-90CC-5CB147261519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3" name="Rectangle 172">
                    <a:extLst>
                      <a:ext uri="{FF2B5EF4-FFF2-40B4-BE49-F238E27FC236}">
                        <a16:creationId xmlns:a16="http://schemas.microsoft.com/office/drawing/2014/main" id="{5CE0C0DC-4C6D-33A5-78B7-BAD25E29F8BF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4" name="Rectangle 173">
                    <a:extLst>
                      <a:ext uri="{FF2B5EF4-FFF2-40B4-BE49-F238E27FC236}">
                        <a16:creationId xmlns:a16="http://schemas.microsoft.com/office/drawing/2014/main" id="{DDBB0BC5-62D9-8C5A-DD3F-87F4E1FFF16A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5" name="Rectangle 174">
                    <a:extLst>
                      <a:ext uri="{FF2B5EF4-FFF2-40B4-BE49-F238E27FC236}">
                        <a16:creationId xmlns:a16="http://schemas.microsoft.com/office/drawing/2014/main" id="{174C053F-F81A-E278-7E76-74515D717508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6" name="Rectangle 175">
                    <a:extLst>
                      <a:ext uri="{FF2B5EF4-FFF2-40B4-BE49-F238E27FC236}">
                        <a16:creationId xmlns:a16="http://schemas.microsoft.com/office/drawing/2014/main" id="{047A0B24-5599-9080-A196-B482D364DC25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7" name="Rectangle 176">
                    <a:extLst>
                      <a:ext uri="{FF2B5EF4-FFF2-40B4-BE49-F238E27FC236}">
                        <a16:creationId xmlns:a16="http://schemas.microsoft.com/office/drawing/2014/main" id="{CF0E2398-DE11-9CE2-75F0-96C7DC78E87C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8" name="Rectangle 177">
                    <a:extLst>
                      <a:ext uri="{FF2B5EF4-FFF2-40B4-BE49-F238E27FC236}">
                        <a16:creationId xmlns:a16="http://schemas.microsoft.com/office/drawing/2014/main" id="{251ED747-F5F5-53D4-DD6C-9DDDC4EEC961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79" name="Rectangle 178">
                    <a:extLst>
                      <a:ext uri="{FF2B5EF4-FFF2-40B4-BE49-F238E27FC236}">
                        <a16:creationId xmlns:a16="http://schemas.microsoft.com/office/drawing/2014/main" id="{EB11A17B-235E-4338-E4A4-BACB3E6F27C1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0" name="Rectangle 179">
                    <a:extLst>
                      <a:ext uri="{FF2B5EF4-FFF2-40B4-BE49-F238E27FC236}">
                        <a16:creationId xmlns:a16="http://schemas.microsoft.com/office/drawing/2014/main" id="{ECE820C0-AD54-2AEE-150D-AE994C6DC259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81" name="Group 180">
                  <a:extLst>
                    <a:ext uri="{FF2B5EF4-FFF2-40B4-BE49-F238E27FC236}">
                      <a16:creationId xmlns:a16="http://schemas.microsoft.com/office/drawing/2014/main" id="{10CA9186-389E-8951-ED3A-4EE749615848}"/>
                    </a:ext>
                  </a:extLst>
                </p:cNvPr>
                <p:cNvGrpSpPr/>
                <p:nvPr/>
              </p:nvGrpSpPr>
              <p:grpSpPr>
                <a:xfrm>
                  <a:off x="6732973" y="2522210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182" name="Rectangle 181">
                    <a:extLst>
                      <a:ext uri="{FF2B5EF4-FFF2-40B4-BE49-F238E27FC236}">
                        <a16:creationId xmlns:a16="http://schemas.microsoft.com/office/drawing/2014/main" id="{B8A4C0EF-0915-3A72-9825-A8050606756B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3" name="Rectangle 182">
                    <a:extLst>
                      <a:ext uri="{FF2B5EF4-FFF2-40B4-BE49-F238E27FC236}">
                        <a16:creationId xmlns:a16="http://schemas.microsoft.com/office/drawing/2014/main" id="{298955E7-4E4E-F941-77C5-7E3E292D2933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4" name="Rectangle 183">
                    <a:extLst>
                      <a:ext uri="{FF2B5EF4-FFF2-40B4-BE49-F238E27FC236}">
                        <a16:creationId xmlns:a16="http://schemas.microsoft.com/office/drawing/2014/main" id="{2966E177-F444-D3F1-190D-A5F810AA87D3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5" name="Rectangle 184">
                    <a:extLst>
                      <a:ext uri="{FF2B5EF4-FFF2-40B4-BE49-F238E27FC236}">
                        <a16:creationId xmlns:a16="http://schemas.microsoft.com/office/drawing/2014/main" id="{2E5D69C0-0A8D-789A-51EC-875ABD85C1BD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6" name="Rectangle 185">
                    <a:extLst>
                      <a:ext uri="{FF2B5EF4-FFF2-40B4-BE49-F238E27FC236}">
                        <a16:creationId xmlns:a16="http://schemas.microsoft.com/office/drawing/2014/main" id="{65C00109-3108-CF36-7C0F-B2B28BB566E4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7" name="Rectangle 186">
                    <a:extLst>
                      <a:ext uri="{FF2B5EF4-FFF2-40B4-BE49-F238E27FC236}">
                        <a16:creationId xmlns:a16="http://schemas.microsoft.com/office/drawing/2014/main" id="{E63B5E5C-05E9-FF12-5745-F3288863F599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8" name="Rectangle 187">
                    <a:extLst>
                      <a:ext uri="{FF2B5EF4-FFF2-40B4-BE49-F238E27FC236}">
                        <a16:creationId xmlns:a16="http://schemas.microsoft.com/office/drawing/2014/main" id="{EA0E814B-3CB9-E813-0877-0CE57D83704A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89" name="Rectangle 188">
                    <a:extLst>
                      <a:ext uri="{FF2B5EF4-FFF2-40B4-BE49-F238E27FC236}">
                        <a16:creationId xmlns:a16="http://schemas.microsoft.com/office/drawing/2014/main" id="{47EBDF3D-204E-C5C8-1DCD-263900A4289F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0" name="Rectangle 189">
                    <a:extLst>
                      <a:ext uri="{FF2B5EF4-FFF2-40B4-BE49-F238E27FC236}">
                        <a16:creationId xmlns:a16="http://schemas.microsoft.com/office/drawing/2014/main" id="{1363E8E8-46CD-D85A-61B6-DCB22F452FB9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1" name="Rectangle 190">
                    <a:extLst>
                      <a:ext uri="{FF2B5EF4-FFF2-40B4-BE49-F238E27FC236}">
                        <a16:creationId xmlns:a16="http://schemas.microsoft.com/office/drawing/2014/main" id="{0F7A3248-B12C-3355-3A45-02B523760DE9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192" name="Group 191">
                  <a:extLst>
                    <a:ext uri="{FF2B5EF4-FFF2-40B4-BE49-F238E27FC236}">
                      <a16:creationId xmlns:a16="http://schemas.microsoft.com/office/drawing/2014/main" id="{0F2AF59E-02F4-0338-D33A-61080F049BDF}"/>
                    </a:ext>
                  </a:extLst>
                </p:cNvPr>
                <p:cNvGrpSpPr/>
                <p:nvPr/>
              </p:nvGrpSpPr>
              <p:grpSpPr>
                <a:xfrm>
                  <a:off x="6732828" y="2891582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193" name="Rectangle 192">
                    <a:extLst>
                      <a:ext uri="{FF2B5EF4-FFF2-40B4-BE49-F238E27FC236}">
                        <a16:creationId xmlns:a16="http://schemas.microsoft.com/office/drawing/2014/main" id="{F99DA493-53BA-1222-EC76-DB065372529B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4" name="Rectangle 193">
                    <a:extLst>
                      <a:ext uri="{FF2B5EF4-FFF2-40B4-BE49-F238E27FC236}">
                        <a16:creationId xmlns:a16="http://schemas.microsoft.com/office/drawing/2014/main" id="{72C7C0FE-9779-200F-40E8-86B343B18AF2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5" name="Rectangle 194">
                    <a:extLst>
                      <a:ext uri="{FF2B5EF4-FFF2-40B4-BE49-F238E27FC236}">
                        <a16:creationId xmlns:a16="http://schemas.microsoft.com/office/drawing/2014/main" id="{22DF3E02-A632-D198-86C6-F01833703673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6" name="Rectangle 195">
                    <a:extLst>
                      <a:ext uri="{FF2B5EF4-FFF2-40B4-BE49-F238E27FC236}">
                        <a16:creationId xmlns:a16="http://schemas.microsoft.com/office/drawing/2014/main" id="{4485B3DD-33E7-8A5A-2E44-0F657422A0EC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7" name="Rectangle 196">
                    <a:extLst>
                      <a:ext uri="{FF2B5EF4-FFF2-40B4-BE49-F238E27FC236}">
                        <a16:creationId xmlns:a16="http://schemas.microsoft.com/office/drawing/2014/main" id="{E304D9AA-733E-3D48-5F3A-48BB27B8EE8A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8" name="Rectangle 197">
                    <a:extLst>
                      <a:ext uri="{FF2B5EF4-FFF2-40B4-BE49-F238E27FC236}">
                        <a16:creationId xmlns:a16="http://schemas.microsoft.com/office/drawing/2014/main" id="{DD723582-00E3-61F4-E7FB-AAAA7FFAA0F9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199" name="Rectangle 198">
                    <a:extLst>
                      <a:ext uri="{FF2B5EF4-FFF2-40B4-BE49-F238E27FC236}">
                        <a16:creationId xmlns:a16="http://schemas.microsoft.com/office/drawing/2014/main" id="{04B19A75-D43E-8972-5A44-B4CE2E4C1B2A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0" name="Rectangle 199">
                    <a:extLst>
                      <a:ext uri="{FF2B5EF4-FFF2-40B4-BE49-F238E27FC236}">
                        <a16:creationId xmlns:a16="http://schemas.microsoft.com/office/drawing/2014/main" id="{DF36B28E-C50A-0A7A-BA00-64E6CC88185B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1" name="Rectangle 200">
                    <a:extLst>
                      <a:ext uri="{FF2B5EF4-FFF2-40B4-BE49-F238E27FC236}">
                        <a16:creationId xmlns:a16="http://schemas.microsoft.com/office/drawing/2014/main" id="{30A4B799-AD3A-C171-614A-CDFD6D3A36AA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2" name="Rectangle 201">
                    <a:extLst>
                      <a:ext uri="{FF2B5EF4-FFF2-40B4-BE49-F238E27FC236}">
                        <a16:creationId xmlns:a16="http://schemas.microsoft.com/office/drawing/2014/main" id="{ADC900AC-DFD3-EB6D-5486-800D5891E471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03" name="Group 202">
                  <a:extLst>
                    <a:ext uri="{FF2B5EF4-FFF2-40B4-BE49-F238E27FC236}">
                      <a16:creationId xmlns:a16="http://schemas.microsoft.com/office/drawing/2014/main" id="{408481AF-D07D-BCEC-8409-FC10A08E8590}"/>
                    </a:ext>
                  </a:extLst>
                </p:cNvPr>
                <p:cNvGrpSpPr/>
                <p:nvPr/>
              </p:nvGrpSpPr>
              <p:grpSpPr>
                <a:xfrm>
                  <a:off x="6732828" y="3258703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204" name="Rectangle 203">
                    <a:extLst>
                      <a:ext uri="{FF2B5EF4-FFF2-40B4-BE49-F238E27FC236}">
                        <a16:creationId xmlns:a16="http://schemas.microsoft.com/office/drawing/2014/main" id="{06B8AE57-E93F-BFFE-3899-042FC51EAC81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5" name="Rectangle 204">
                    <a:extLst>
                      <a:ext uri="{FF2B5EF4-FFF2-40B4-BE49-F238E27FC236}">
                        <a16:creationId xmlns:a16="http://schemas.microsoft.com/office/drawing/2014/main" id="{A8DA1B1A-1F34-7CAD-A211-17B1D8C6A6BA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6" name="Rectangle 205">
                    <a:extLst>
                      <a:ext uri="{FF2B5EF4-FFF2-40B4-BE49-F238E27FC236}">
                        <a16:creationId xmlns:a16="http://schemas.microsoft.com/office/drawing/2014/main" id="{6E2DD8FF-483C-46D3-4435-6AA96BFA0193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7" name="Rectangle 206">
                    <a:extLst>
                      <a:ext uri="{FF2B5EF4-FFF2-40B4-BE49-F238E27FC236}">
                        <a16:creationId xmlns:a16="http://schemas.microsoft.com/office/drawing/2014/main" id="{381128D7-707B-03E3-178C-E287E5A44EDC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8" name="Rectangle 207">
                    <a:extLst>
                      <a:ext uri="{FF2B5EF4-FFF2-40B4-BE49-F238E27FC236}">
                        <a16:creationId xmlns:a16="http://schemas.microsoft.com/office/drawing/2014/main" id="{438AA5C4-816F-BC99-AC23-F4F527B13CB3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09" name="Rectangle 208">
                    <a:extLst>
                      <a:ext uri="{FF2B5EF4-FFF2-40B4-BE49-F238E27FC236}">
                        <a16:creationId xmlns:a16="http://schemas.microsoft.com/office/drawing/2014/main" id="{AF128338-2A1A-D368-8A82-A796E68E8290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0" name="Rectangle 209">
                    <a:extLst>
                      <a:ext uri="{FF2B5EF4-FFF2-40B4-BE49-F238E27FC236}">
                        <a16:creationId xmlns:a16="http://schemas.microsoft.com/office/drawing/2014/main" id="{99C66571-DEB4-103E-9BC6-888767A818B0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1" name="Rectangle 210">
                    <a:extLst>
                      <a:ext uri="{FF2B5EF4-FFF2-40B4-BE49-F238E27FC236}">
                        <a16:creationId xmlns:a16="http://schemas.microsoft.com/office/drawing/2014/main" id="{45637047-E573-5B3B-1B30-9E68D04B5493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2" name="Rectangle 211">
                    <a:extLst>
                      <a:ext uri="{FF2B5EF4-FFF2-40B4-BE49-F238E27FC236}">
                        <a16:creationId xmlns:a16="http://schemas.microsoft.com/office/drawing/2014/main" id="{158F66F6-BDE2-676E-6516-2A509F257C06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3" name="Rectangle 212">
                    <a:extLst>
                      <a:ext uri="{FF2B5EF4-FFF2-40B4-BE49-F238E27FC236}">
                        <a16:creationId xmlns:a16="http://schemas.microsoft.com/office/drawing/2014/main" id="{31278A64-4489-9011-0349-761660920E92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14" name="Group 213">
                  <a:extLst>
                    <a:ext uri="{FF2B5EF4-FFF2-40B4-BE49-F238E27FC236}">
                      <a16:creationId xmlns:a16="http://schemas.microsoft.com/office/drawing/2014/main" id="{21945CBC-67B2-1AFA-1FE3-0A9FF8D50251}"/>
                    </a:ext>
                  </a:extLst>
                </p:cNvPr>
                <p:cNvGrpSpPr/>
                <p:nvPr/>
              </p:nvGrpSpPr>
              <p:grpSpPr>
                <a:xfrm>
                  <a:off x="6732828" y="3627704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215" name="Rectangle 214">
                    <a:extLst>
                      <a:ext uri="{FF2B5EF4-FFF2-40B4-BE49-F238E27FC236}">
                        <a16:creationId xmlns:a16="http://schemas.microsoft.com/office/drawing/2014/main" id="{6AECA915-66EE-3838-C023-F339D9E5814D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6" name="Rectangle 215">
                    <a:extLst>
                      <a:ext uri="{FF2B5EF4-FFF2-40B4-BE49-F238E27FC236}">
                        <a16:creationId xmlns:a16="http://schemas.microsoft.com/office/drawing/2014/main" id="{1E8191CF-617E-73A7-EB7A-A9B17BE38EB9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7" name="Rectangle 216">
                    <a:extLst>
                      <a:ext uri="{FF2B5EF4-FFF2-40B4-BE49-F238E27FC236}">
                        <a16:creationId xmlns:a16="http://schemas.microsoft.com/office/drawing/2014/main" id="{52CE0925-C042-64BB-06C0-0602F7734FB6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8" name="Rectangle 217">
                    <a:extLst>
                      <a:ext uri="{FF2B5EF4-FFF2-40B4-BE49-F238E27FC236}">
                        <a16:creationId xmlns:a16="http://schemas.microsoft.com/office/drawing/2014/main" id="{4884E235-EDEC-D8DD-1E0B-11F434039CCA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19" name="Rectangle 218">
                    <a:extLst>
                      <a:ext uri="{FF2B5EF4-FFF2-40B4-BE49-F238E27FC236}">
                        <a16:creationId xmlns:a16="http://schemas.microsoft.com/office/drawing/2014/main" id="{96D927D6-5E84-8F86-0A6B-AD5247133347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0" name="Rectangle 219">
                    <a:extLst>
                      <a:ext uri="{FF2B5EF4-FFF2-40B4-BE49-F238E27FC236}">
                        <a16:creationId xmlns:a16="http://schemas.microsoft.com/office/drawing/2014/main" id="{42F5633D-AA65-CC04-0375-1A86E8B993DA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1" name="Rectangle 220">
                    <a:extLst>
                      <a:ext uri="{FF2B5EF4-FFF2-40B4-BE49-F238E27FC236}">
                        <a16:creationId xmlns:a16="http://schemas.microsoft.com/office/drawing/2014/main" id="{859E9FE1-0627-A3F1-F889-8E79C0D05836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2" name="Rectangle 221">
                    <a:extLst>
                      <a:ext uri="{FF2B5EF4-FFF2-40B4-BE49-F238E27FC236}">
                        <a16:creationId xmlns:a16="http://schemas.microsoft.com/office/drawing/2014/main" id="{757F8CA2-1055-8CF5-AF59-57CDF5C8E6EA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3" name="Rectangle 222">
                    <a:extLst>
                      <a:ext uri="{FF2B5EF4-FFF2-40B4-BE49-F238E27FC236}">
                        <a16:creationId xmlns:a16="http://schemas.microsoft.com/office/drawing/2014/main" id="{3B79D306-B995-679C-1010-8236635AAC9E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24" name="Rectangle 223">
                    <a:extLst>
                      <a:ext uri="{FF2B5EF4-FFF2-40B4-BE49-F238E27FC236}">
                        <a16:creationId xmlns:a16="http://schemas.microsoft.com/office/drawing/2014/main" id="{E6B80FEC-5A87-01D3-4780-A0F77944F7E8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  <p:grpSp>
            <p:nvGrpSpPr>
              <p:cNvPr id="237" name="Group 236">
                <a:extLst>
                  <a:ext uri="{FF2B5EF4-FFF2-40B4-BE49-F238E27FC236}">
                    <a16:creationId xmlns:a16="http://schemas.microsoft.com/office/drawing/2014/main" id="{01A9597C-06FC-15A3-804F-F1E8B149D486}"/>
                  </a:ext>
                </a:extLst>
              </p:cNvPr>
              <p:cNvGrpSpPr/>
              <p:nvPr/>
            </p:nvGrpSpPr>
            <p:grpSpPr>
              <a:xfrm>
                <a:off x="6732683" y="3988856"/>
                <a:ext cx="3928675" cy="2214352"/>
                <a:chOff x="6732828" y="1784208"/>
                <a:chExt cx="3928675" cy="2214352"/>
              </a:xfrm>
              <a:grpFill/>
            </p:grpSpPr>
            <p:grpSp>
              <p:nvGrpSpPr>
                <p:cNvPr id="238" name="Group 237">
                  <a:extLst>
                    <a:ext uri="{FF2B5EF4-FFF2-40B4-BE49-F238E27FC236}">
                      <a16:creationId xmlns:a16="http://schemas.microsoft.com/office/drawing/2014/main" id="{068235A4-AEA2-0BB4-C1DB-F0CABEAC9FDF}"/>
                    </a:ext>
                  </a:extLst>
                </p:cNvPr>
                <p:cNvGrpSpPr/>
                <p:nvPr/>
              </p:nvGrpSpPr>
              <p:grpSpPr>
                <a:xfrm>
                  <a:off x="6732973" y="1784208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294" name="Rectangle 293">
                    <a:extLst>
                      <a:ext uri="{FF2B5EF4-FFF2-40B4-BE49-F238E27FC236}">
                        <a16:creationId xmlns:a16="http://schemas.microsoft.com/office/drawing/2014/main" id="{7CA2D362-AF17-F8D2-84ED-AE2C7E64857E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5" name="Rectangle 294">
                    <a:extLst>
                      <a:ext uri="{FF2B5EF4-FFF2-40B4-BE49-F238E27FC236}">
                        <a16:creationId xmlns:a16="http://schemas.microsoft.com/office/drawing/2014/main" id="{1C9A3320-3CF4-5A1F-D807-4A04BB5B41DA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6" name="Rectangle 295">
                    <a:extLst>
                      <a:ext uri="{FF2B5EF4-FFF2-40B4-BE49-F238E27FC236}">
                        <a16:creationId xmlns:a16="http://schemas.microsoft.com/office/drawing/2014/main" id="{5FF4084C-0AFA-A37C-3F1A-370A3F407250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7" name="Rectangle 296">
                    <a:extLst>
                      <a:ext uri="{FF2B5EF4-FFF2-40B4-BE49-F238E27FC236}">
                        <a16:creationId xmlns:a16="http://schemas.microsoft.com/office/drawing/2014/main" id="{C92C4F3B-C69F-77CE-73B9-2C699D980B38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8" name="Rectangle 297">
                    <a:extLst>
                      <a:ext uri="{FF2B5EF4-FFF2-40B4-BE49-F238E27FC236}">
                        <a16:creationId xmlns:a16="http://schemas.microsoft.com/office/drawing/2014/main" id="{D31FDDBF-8DBA-B329-2A38-4705CCC1FB3E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9" name="Rectangle 298">
                    <a:extLst>
                      <a:ext uri="{FF2B5EF4-FFF2-40B4-BE49-F238E27FC236}">
                        <a16:creationId xmlns:a16="http://schemas.microsoft.com/office/drawing/2014/main" id="{417504EA-80AA-AD06-C458-B43FDE6D442D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0" name="Rectangle 299">
                    <a:extLst>
                      <a:ext uri="{FF2B5EF4-FFF2-40B4-BE49-F238E27FC236}">
                        <a16:creationId xmlns:a16="http://schemas.microsoft.com/office/drawing/2014/main" id="{F0FB7253-2AFD-0A61-54C8-3986614B16DC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1" name="Rectangle 300">
                    <a:extLst>
                      <a:ext uri="{FF2B5EF4-FFF2-40B4-BE49-F238E27FC236}">
                        <a16:creationId xmlns:a16="http://schemas.microsoft.com/office/drawing/2014/main" id="{5FACAE13-A362-E9BB-E138-31A3C55DF663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2" name="Rectangle 301">
                    <a:extLst>
                      <a:ext uri="{FF2B5EF4-FFF2-40B4-BE49-F238E27FC236}">
                        <a16:creationId xmlns:a16="http://schemas.microsoft.com/office/drawing/2014/main" id="{2420FCF9-A5D7-E260-36A6-677DB60A1FE6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303" name="Rectangle 302">
                    <a:extLst>
                      <a:ext uri="{FF2B5EF4-FFF2-40B4-BE49-F238E27FC236}">
                        <a16:creationId xmlns:a16="http://schemas.microsoft.com/office/drawing/2014/main" id="{C7B8F309-25AE-E9B3-A7C2-1EC54CC754BD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39" name="Group 238">
                  <a:extLst>
                    <a:ext uri="{FF2B5EF4-FFF2-40B4-BE49-F238E27FC236}">
                      <a16:creationId xmlns:a16="http://schemas.microsoft.com/office/drawing/2014/main" id="{492E74A8-FE63-5C70-0C55-620F0E36DF10}"/>
                    </a:ext>
                  </a:extLst>
                </p:cNvPr>
                <p:cNvGrpSpPr/>
                <p:nvPr/>
              </p:nvGrpSpPr>
              <p:grpSpPr>
                <a:xfrm>
                  <a:off x="6732973" y="2153951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284" name="Rectangle 283">
                    <a:extLst>
                      <a:ext uri="{FF2B5EF4-FFF2-40B4-BE49-F238E27FC236}">
                        <a16:creationId xmlns:a16="http://schemas.microsoft.com/office/drawing/2014/main" id="{A33F8F09-7164-5163-7A6B-2C5CAE440A70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5" name="Rectangle 284">
                    <a:extLst>
                      <a:ext uri="{FF2B5EF4-FFF2-40B4-BE49-F238E27FC236}">
                        <a16:creationId xmlns:a16="http://schemas.microsoft.com/office/drawing/2014/main" id="{0BED45BB-4A54-C33D-20DC-BBA4D584DB70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6" name="Rectangle 285">
                    <a:extLst>
                      <a:ext uri="{FF2B5EF4-FFF2-40B4-BE49-F238E27FC236}">
                        <a16:creationId xmlns:a16="http://schemas.microsoft.com/office/drawing/2014/main" id="{0E538FD6-C4B9-2AC9-22AF-CBD43C016825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7" name="Rectangle 286">
                    <a:extLst>
                      <a:ext uri="{FF2B5EF4-FFF2-40B4-BE49-F238E27FC236}">
                        <a16:creationId xmlns:a16="http://schemas.microsoft.com/office/drawing/2014/main" id="{F24A16D8-5E80-FD4C-FC64-ED1BB1FE2BCB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8" name="Rectangle 287">
                    <a:extLst>
                      <a:ext uri="{FF2B5EF4-FFF2-40B4-BE49-F238E27FC236}">
                        <a16:creationId xmlns:a16="http://schemas.microsoft.com/office/drawing/2014/main" id="{A9832F98-67E1-C8D2-656A-C0C7EFB94119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9" name="Rectangle 288">
                    <a:extLst>
                      <a:ext uri="{FF2B5EF4-FFF2-40B4-BE49-F238E27FC236}">
                        <a16:creationId xmlns:a16="http://schemas.microsoft.com/office/drawing/2014/main" id="{E933572E-299E-6935-4613-CAC2EACC2F24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0" name="Rectangle 289">
                    <a:extLst>
                      <a:ext uri="{FF2B5EF4-FFF2-40B4-BE49-F238E27FC236}">
                        <a16:creationId xmlns:a16="http://schemas.microsoft.com/office/drawing/2014/main" id="{5CEF31D1-7BFE-5DDF-DE7F-B1FE14DFDBE1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1" name="Rectangle 290">
                    <a:extLst>
                      <a:ext uri="{FF2B5EF4-FFF2-40B4-BE49-F238E27FC236}">
                        <a16:creationId xmlns:a16="http://schemas.microsoft.com/office/drawing/2014/main" id="{5B952D9A-5CA4-E406-741C-A1E199F686AC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2" name="Rectangle 291">
                    <a:extLst>
                      <a:ext uri="{FF2B5EF4-FFF2-40B4-BE49-F238E27FC236}">
                        <a16:creationId xmlns:a16="http://schemas.microsoft.com/office/drawing/2014/main" id="{F96A43CE-3AD1-AB8E-D024-59D38E5B1688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93" name="Rectangle 292">
                    <a:extLst>
                      <a:ext uri="{FF2B5EF4-FFF2-40B4-BE49-F238E27FC236}">
                        <a16:creationId xmlns:a16="http://schemas.microsoft.com/office/drawing/2014/main" id="{C89999D6-CAFE-3A4A-1C1B-70903EB04AB0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0" name="Group 239">
                  <a:extLst>
                    <a:ext uri="{FF2B5EF4-FFF2-40B4-BE49-F238E27FC236}">
                      <a16:creationId xmlns:a16="http://schemas.microsoft.com/office/drawing/2014/main" id="{4E8F89B4-7A37-5FFE-7890-C3081E0BA74C}"/>
                    </a:ext>
                  </a:extLst>
                </p:cNvPr>
                <p:cNvGrpSpPr/>
                <p:nvPr/>
              </p:nvGrpSpPr>
              <p:grpSpPr>
                <a:xfrm>
                  <a:off x="6732973" y="2522210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274" name="Rectangle 273">
                    <a:extLst>
                      <a:ext uri="{FF2B5EF4-FFF2-40B4-BE49-F238E27FC236}">
                        <a16:creationId xmlns:a16="http://schemas.microsoft.com/office/drawing/2014/main" id="{44EF1EF1-E4DC-DC96-BD52-6B74126E1C80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5" name="Rectangle 274">
                    <a:extLst>
                      <a:ext uri="{FF2B5EF4-FFF2-40B4-BE49-F238E27FC236}">
                        <a16:creationId xmlns:a16="http://schemas.microsoft.com/office/drawing/2014/main" id="{DB7BFD3C-3A5A-BB6C-6446-12B9E7FF39F5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6" name="Rectangle 275">
                    <a:extLst>
                      <a:ext uri="{FF2B5EF4-FFF2-40B4-BE49-F238E27FC236}">
                        <a16:creationId xmlns:a16="http://schemas.microsoft.com/office/drawing/2014/main" id="{1AD5A755-9E48-C118-79F3-6214D5946401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7" name="Rectangle 276">
                    <a:extLst>
                      <a:ext uri="{FF2B5EF4-FFF2-40B4-BE49-F238E27FC236}">
                        <a16:creationId xmlns:a16="http://schemas.microsoft.com/office/drawing/2014/main" id="{4F75921C-77D0-F7FE-EDA9-CD1EFDA12AB1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8" name="Rectangle 277">
                    <a:extLst>
                      <a:ext uri="{FF2B5EF4-FFF2-40B4-BE49-F238E27FC236}">
                        <a16:creationId xmlns:a16="http://schemas.microsoft.com/office/drawing/2014/main" id="{B14B916D-4BB7-2531-AA87-C0BE1EF4B852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9" name="Rectangle 278">
                    <a:extLst>
                      <a:ext uri="{FF2B5EF4-FFF2-40B4-BE49-F238E27FC236}">
                        <a16:creationId xmlns:a16="http://schemas.microsoft.com/office/drawing/2014/main" id="{18459B4C-85D6-9B80-6F74-166DCB5DDBE8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0" name="Rectangle 279">
                    <a:extLst>
                      <a:ext uri="{FF2B5EF4-FFF2-40B4-BE49-F238E27FC236}">
                        <a16:creationId xmlns:a16="http://schemas.microsoft.com/office/drawing/2014/main" id="{5B766012-C308-50A1-BEF4-C29B5CE69D1C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1" name="Rectangle 280">
                    <a:extLst>
                      <a:ext uri="{FF2B5EF4-FFF2-40B4-BE49-F238E27FC236}">
                        <a16:creationId xmlns:a16="http://schemas.microsoft.com/office/drawing/2014/main" id="{BDD1F8E8-C117-00CA-179C-CE6472696C67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2" name="Rectangle 281">
                    <a:extLst>
                      <a:ext uri="{FF2B5EF4-FFF2-40B4-BE49-F238E27FC236}">
                        <a16:creationId xmlns:a16="http://schemas.microsoft.com/office/drawing/2014/main" id="{5C88F09B-9035-A9BA-DBD9-923C9833FA98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83" name="Rectangle 282">
                    <a:extLst>
                      <a:ext uri="{FF2B5EF4-FFF2-40B4-BE49-F238E27FC236}">
                        <a16:creationId xmlns:a16="http://schemas.microsoft.com/office/drawing/2014/main" id="{987CC602-09B6-2872-0E75-0383453B0C49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1" name="Group 240">
                  <a:extLst>
                    <a:ext uri="{FF2B5EF4-FFF2-40B4-BE49-F238E27FC236}">
                      <a16:creationId xmlns:a16="http://schemas.microsoft.com/office/drawing/2014/main" id="{B03A5464-4808-60B1-36A4-0461D67F337D}"/>
                    </a:ext>
                  </a:extLst>
                </p:cNvPr>
                <p:cNvGrpSpPr/>
                <p:nvPr/>
              </p:nvGrpSpPr>
              <p:grpSpPr>
                <a:xfrm>
                  <a:off x="6732828" y="2891582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264" name="Rectangle 263">
                    <a:extLst>
                      <a:ext uri="{FF2B5EF4-FFF2-40B4-BE49-F238E27FC236}">
                        <a16:creationId xmlns:a16="http://schemas.microsoft.com/office/drawing/2014/main" id="{E0F89B8E-E394-558D-333C-6FAE9AE2C61E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5" name="Rectangle 264">
                    <a:extLst>
                      <a:ext uri="{FF2B5EF4-FFF2-40B4-BE49-F238E27FC236}">
                        <a16:creationId xmlns:a16="http://schemas.microsoft.com/office/drawing/2014/main" id="{995C9399-E3CF-48FF-F76E-0302943B1315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6" name="Rectangle 265">
                    <a:extLst>
                      <a:ext uri="{FF2B5EF4-FFF2-40B4-BE49-F238E27FC236}">
                        <a16:creationId xmlns:a16="http://schemas.microsoft.com/office/drawing/2014/main" id="{6C2511E4-F7C0-EFC6-C6E3-9143CE301DD1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7" name="Rectangle 266">
                    <a:extLst>
                      <a:ext uri="{FF2B5EF4-FFF2-40B4-BE49-F238E27FC236}">
                        <a16:creationId xmlns:a16="http://schemas.microsoft.com/office/drawing/2014/main" id="{744DCA9F-9787-2CEB-99F3-72033C17B5EA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8" name="Rectangle 267">
                    <a:extLst>
                      <a:ext uri="{FF2B5EF4-FFF2-40B4-BE49-F238E27FC236}">
                        <a16:creationId xmlns:a16="http://schemas.microsoft.com/office/drawing/2014/main" id="{039C6CE3-6DE2-76F3-F8DF-535E8E439696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9" name="Rectangle 268">
                    <a:extLst>
                      <a:ext uri="{FF2B5EF4-FFF2-40B4-BE49-F238E27FC236}">
                        <a16:creationId xmlns:a16="http://schemas.microsoft.com/office/drawing/2014/main" id="{72DD2933-DCE0-A7DF-8483-8C41CF928026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0" name="Rectangle 269">
                    <a:extLst>
                      <a:ext uri="{FF2B5EF4-FFF2-40B4-BE49-F238E27FC236}">
                        <a16:creationId xmlns:a16="http://schemas.microsoft.com/office/drawing/2014/main" id="{2240E89B-B06C-107C-C44B-15EA456F6822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1" name="Rectangle 270">
                    <a:extLst>
                      <a:ext uri="{FF2B5EF4-FFF2-40B4-BE49-F238E27FC236}">
                        <a16:creationId xmlns:a16="http://schemas.microsoft.com/office/drawing/2014/main" id="{6CAB5BCA-F34A-0EA6-0D89-533957E8A434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2" name="Rectangle 271">
                    <a:extLst>
                      <a:ext uri="{FF2B5EF4-FFF2-40B4-BE49-F238E27FC236}">
                        <a16:creationId xmlns:a16="http://schemas.microsoft.com/office/drawing/2014/main" id="{71CB1459-4A3C-2BA4-A05C-959006D5F34E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73" name="Rectangle 272">
                    <a:extLst>
                      <a:ext uri="{FF2B5EF4-FFF2-40B4-BE49-F238E27FC236}">
                        <a16:creationId xmlns:a16="http://schemas.microsoft.com/office/drawing/2014/main" id="{A103DDC8-B7B5-C1BB-2111-6DC0EBCE2577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2" name="Group 241">
                  <a:extLst>
                    <a:ext uri="{FF2B5EF4-FFF2-40B4-BE49-F238E27FC236}">
                      <a16:creationId xmlns:a16="http://schemas.microsoft.com/office/drawing/2014/main" id="{AA2BA8CF-46C2-29D0-F454-C3109B8302F1}"/>
                    </a:ext>
                  </a:extLst>
                </p:cNvPr>
                <p:cNvGrpSpPr/>
                <p:nvPr/>
              </p:nvGrpSpPr>
              <p:grpSpPr>
                <a:xfrm>
                  <a:off x="6732828" y="3258703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254" name="Rectangle 253">
                    <a:extLst>
                      <a:ext uri="{FF2B5EF4-FFF2-40B4-BE49-F238E27FC236}">
                        <a16:creationId xmlns:a16="http://schemas.microsoft.com/office/drawing/2014/main" id="{6863A7C6-4059-EBF8-B777-EC560CDA6CE6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5" name="Rectangle 254">
                    <a:extLst>
                      <a:ext uri="{FF2B5EF4-FFF2-40B4-BE49-F238E27FC236}">
                        <a16:creationId xmlns:a16="http://schemas.microsoft.com/office/drawing/2014/main" id="{FDA4FEBC-04EC-E4CE-C369-111487DFAF17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6" name="Rectangle 255">
                    <a:extLst>
                      <a:ext uri="{FF2B5EF4-FFF2-40B4-BE49-F238E27FC236}">
                        <a16:creationId xmlns:a16="http://schemas.microsoft.com/office/drawing/2014/main" id="{6335734E-66A4-1C51-CED2-6DB293FCCF92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7" name="Rectangle 256">
                    <a:extLst>
                      <a:ext uri="{FF2B5EF4-FFF2-40B4-BE49-F238E27FC236}">
                        <a16:creationId xmlns:a16="http://schemas.microsoft.com/office/drawing/2014/main" id="{D79F63D2-21BD-523E-C2E4-91823E79C166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8" name="Rectangle 257">
                    <a:extLst>
                      <a:ext uri="{FF2B5EF4-FFF2-40B4-BE49-F238E27FC236}">
                        <a16:creationId xmlns:a16="http://schemas.microsoft.com/office/drawing/2014/main" id="{AC750707-5300-6E06-9637-89CB3B9BFA99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9" name="Rectangle 258">
                    <a:extLst>
                      <a:ext uri="{FF2B5EF4-FFF2-40B4-BE49-F238E27FC236}">
                        <a16:creationId xmlns:a16="http://schemas.microsoft.com/office/drawing/2014/main" id="{4CA37B03-3FED-9B0B-60BE-89B8170192A1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0" name="Rectangle 259">
                    <a:extLst>
                      <a:ext uri="{FF2B5EF4-FFF2-40B4-BE49-F238E27FC236}">
                        <a16:creationId xmlns:a16="http://schemas.microsoft.com/office/drawing/2014/main" id="{CC65BBFC-92DE-4EA8-2F7E-A7B7AC00ACA5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1" name="Rectangle 260">
                    <a:extLst>
                      <a:ext uri="{FF2B5EF4-FFF2-40B4-BE49-F238E27FC236}">
                        <a16:creationId xmlns:a16="http://schemas.microsoft.com/office/drawing/2014/main" id="{7B92E3C9-38FF-4B16-07FB-612842F21E67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2" name="Rectangle 261">
                    <a:extLst>
                      <a:ext uri="{FF2B5EF4-FFF2-40B4-BE49-F238E27FC236}">
                        <a16:creationId xmlns:a16="http://schemas.microsoft.com/office/drawing/2014/main" id="{A7DC4E13-748B-2D02-BACC-A945277585CC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63" name="Rectangle 262">
                    <a:extLst>
                      <a:ext uri="{FF2B5EF4-FFF2-40B4-BE49-F238E27FC236}">
                        <a16:creationId xmlns:a16="http://schemas.microsoft.com/office/drawing/2014/main" id="{C0779032-1583-D25E-C6B6-0E1FD3258831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  <p:grpSp>
              <p:nvGrpSpPr>
                <p:cNvPr id="243" name="Group 242">
                  <a:extLst>
                    <a:ext uri="{FF2B5EF4-FFF2-40B4-BE49-F238E27FC236}">
                      <a16:creationId xmlns:a16="http://schemas.microsoft.com/office/drawing/2014/main" id="{B864A2D3-BAD6-290A-88A8-018DF3AD53D3}"/>
                    </a:ext>
                  </a:extLst>
                </p:cNvPr>
                <p:cNvGrpSpPr/>
                <p:nvPr/>
              </p:nvGrpSpPr>
              <p:grpSpPr>
                <a:xfrm>
                  <a:off x="6732828" y="3627704"/>
                  <a:ext cx="3928530" cy="370856"/>
                  <a:chOff x="1387684" y="1785321"/>
                  <a:chExt cx="3928530" cy="370856"/>
                </a:xfrm>
                <a:grpFill/>
              </p:grpSpPr>
              <p:sp>
                <p:nvSpPr>
                  <p:cNvPr id="244" name="Rectangle 243">
                    <a:extLst>
                      <a:ext uri="{FF2B5EF4-FFF2-40B4-BE49-F238E27FC236}">
                        <a16:creationId xmlns:a16="http://schemas.microsoft.com/office/drawing/2014/main" id="{AFC2B6E8-490C-2BD0-628C-CA8A42CCAC12}"/>
                      </a:ext>
                    </a:extLst>
                  </p:cNvPr>
                  <p:cNvSpPr/>
                  <p:nvPr/>
                </p:nvSpPr>
                <p:spPr>
                  <a:xfrm>
                    <a:off x="1387684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5" name="Rectangle 244">
                    <a:extLst>
                      <a:ext uri="{FF2B5EF4-FFF2-40B4-BE49-F238E27FC236}">
                        <a16:creationId xmlns:a16="http://schemas.microsoft.com/office/drawing/2014/main" id="{69A58C61-BD44-4FBB-C25D-A2F5853A6B33}"/>
                      </a:ext>
                    </a:extLst>
                  </p:cNvPr>
                  <p:cNvSpPr/>
                  <p:nvPr/>
                </p:nvSpPr>
                <p:spPr>
                  <a:xfrm>
                    <a:off x="1780537" y="1786434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6" name="Rectangle 245">
                    <a:extLst>
                      <a:ext uri="{FF2B5EF4-FFF2-40B4-BE49-F238E27FC236}">
                        <a16:creationId xmlns:a16="http://schemas.microsoft.com/office/drawing/2014/main" id="{AC2CE727-496B-E697-B42C-3E4990068218}"/>
                      </a:ext>
                    </a:extLst>
                  </p:cNvPr>
                  <p:cNvSpPr/>
                  <p:nvPr/>
                </p:nvSpPr>
                <p:spPr>
                  <a:xfrm>
                    <a:off x="2173390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7" name="Rectangle 246">
                    <a:extLst>
                      <a:ext uri="{FF2B5EF4-FFF2-40B4-BE49-F238E27FC236}">
                        <a16:creationId xmlns:a16="http://schemas.microsoft.com/office/drawing/2014/main" id="{57E8F4B7-4668-7F57-6FB6-F84051CE3EA1}"/>
                      </a:ext>
                    </a:extLst>
                  </p:cNvPr>
                  <p:cNvSpPr/>
                  <p:nvPr/>
                </p:nvSpPr>
                <p:spPr>
                  <a:xfrm>
                    <a:off x="2566243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8" name="Rectangle 247">
                    <a:extLst>
                      <a:ext uri="{FF2B5EF4-FFF2-40B4-BE49-F238E27FC236}">
                        <a16:creationId xmlns:a16="http://schemas.microsoft.com/office/drawing/2014/main" id="{1EA469B1-CE3E-B82B-1C48-4BE514BF2EEB}"/>
                      </a:ext>
                    </a:extLst>
                  </p:cNvPr>
                  <p:cNvSpPr/>
                  <p:nvPr/>
                </p:nvSpPr>
                <p:spPr>
                  <a:xfrm>
                    <a:off x="2959096" y="1786063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49" name="Rectangle 248">
                    <a:extLst>
                      <a:ext uri="{FF2B5EF4-FFF2-40B4-BE49-F238E27FC236}">
                        <a16:creationId xmlns:a16="http://schemas.microsoft.com/office/drawing/2014/main" id="{FF5FE480-6FB9-CA5A-9560-D17CF0477DFA}"/>
                      </a:ext>
                    </a:extLst>
                  </p:cNvPr>
                  <p:cNvSpPr/>
                  <p:nvPr/>
                </p:nvSpPr>
                <p:spPr>
                  <a:xfrm>
                    <a:off x="3351949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0" name="Rectangle 249">
                    <a:extLst>
                      <a:ext uri="{FF2B5EF4-FFF2-40B4-BE49-F238E27FC236}">
                        <a16:creationId xmlns:a16="http://schemas.microsoft.com/office/drawing/2014/main" id="{66DA71EE-1F7F-2A91-A33A-3FDF6FF418AB}"/>
                      </a:ext>
                    </a:extLst>
                  </p:cNvPr>
                  <p:cNvSpPr/>
                  <p:nvPr/>
                </p:nvSpPr>
                <p:spPr>
                  <a:xfrm>
                    <a:off x="3744802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1" name="Rectangle 250">
                    <a:extLst>
                      <a:ext uri="{FF2B5EF4-FFF2-40B4-BE49-F238E27FC236}">
                        <a16:creationId xmlns:a16="http://schemas.microsoft.com/office/drawing/2014/main" id="{447129E6-CFB1-5E6E-B92C-544F52C40554}"/>
                      </a:ext>
                    </a:extLst>
                  </p:cNvPr>
                  <p:cNvSpPr/>
                  <p:nvPr/>
                </p:nvSpPr>
                <p:spPr>
                  <a:xfrm>
                    <a:off x="4137655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2" name="Rectangle 251">
                    <a:extLst>
                      <a:ext uri="{FF2B5EF4-FFF2-40B4-BE49-F238E27FC236}">
                        <a16:creationId xmlns:a16="http://schemas.microsoft.com/office/drawing/2014/main" id="{A0D43EC7-F2D7-4873-0245-276C87AD61A6}"/>
                      </a:ext>
                    </a:extLst>
                  </p:cNvPr>
                  <p:cNvSpPr/>
                  <p:nvPr/>
                </p:nvSpPr>
                <p:spPr>
                  <a:xfrm>
                    <a:off x="4530508" y="1785692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  <p:sp>
                <p:nvSpPr>
                  <p:cNvPr id="253" name="Rectangle 252">
                    <a:extLst>
                      <a:ext uri="{FF2B5EF4-FFF2-40B4-BE49-F238E27FC236}">
                        <a16:creationId xmlns:a16="http://schemas.microsoft.com/office/drawing/2014/main" id="{2A3E03B7-424A-80E8-7F05-E89E1C553CCD}"/>
                      </a:ext>
                    </a:extLst>
                  </p:cNvPr>
                  <p:cNvSpPr/>
                  <p:nvPr/>
                </p:nvSpPr>
                <p:spPr>
                  <a:xfrm>
                    <a:off x="4923361" y="1785321"/>
                    <a:ext cx="392853" cy="369743"/>
                  </a:xfrm>
                  <a:prstGeom prst="rect">
                    <a:avLst/>
                  </a:prstGeom>
                  <a:grpFill/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:endParaRPr lang="en-US"/>
                  </a:p>
                </p:txBody>
              </p:sp>
            </p:grpSp>
          </p:grpSp>
        </p:grpSp>
        <p:grpSp>
          <p:nvGrpSpPr>
            <p:cNvPr id="327" name="Group 326">
              <a:extLst>
                <a:ext uri="{FF2B5EF4-FFF2-40B4-BE49-F238E27FC236}">
                  <a16:creationId xmlns:a16="http://schemas.microsoft.com/office/drawing/2014/main" id="{1FA26C3A-D371-FDA0-2BEC-29AAC8275370}"/>
                </a:ext>
              </a:extLst>
            </p:cNvPr>
            <p:cNvGrpSpPr/>
            <p:nvPr/>
          </p:nvGrpSpPr>
          <p:grpSpPr>
            <a:xfrm>
              <a:off x="7300487" y="3429000"/>
              <a:ext cx="1180781" cy="1097280"/>
              <a:chOff x="3909587" y="4222153"/>
              <a:chExt cx="1180781" cy="1088815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318" name="Rectangle 317">
                <a:extLst>
                  <a:ext uri="{FF2B5EF4-FFF2-40B4-BE49-F238E27FC236}">
                    <a16:creationId xmlns:a16="http://schemas.microsoft.com/office/drawing/2014/main" id="{80B0A83A-7651-1452-3CBA-9530B3ED64AF}"/>
                  </a:ext>
                </a:extLst>
              </p:cNvPr>
              <p:cNvSpPr/>
              <p:nvPr/>
            </p:nvSpPr>
            <p:spPr>
              <a:xfrm>
                <a:off x="3911809" y="4222524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9" name="Rectangle 318">
                <a:extLst>
                  <a:ext uri="{FF2B5EF4-FFF2-40B4-BE49-F238E27FC236}">
                    <a16:creationId xmlns:a16="http://schemas.microsoft.com/office/drawing/2014/main" id="{7EC3B491-A99F-0F4D-D415-2CA0F8ED15D3}"/>
                  </a:ext>
                </a:extLst>
              </p:cNvPr>
              <p:cNvSpPr/>
              <p:nvPr/>
            </p:nvSpPr>
            <p:spPr>
              <a:xfrm>
                <a:off x="4304662" y="4222524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0" name="Rectangle 319">
                <a:extLst>
                  <a:ext uri="{FF2B5EF4-FFF2-40B4-BE49-F238E27FC236}">
                    <a16:creationId xmlns:a16="http://schemas.microsoft.com/office/drawing/2014/main" id="{70F353F4-096B-DBCE-D87E-8AC8D52A87CA}"/>
                  </a:ext>
                </a:extLst>
              </p:cNvPr>
              <p:cNvSpPr/>
              <p:nvPr/>
            </p:nvSpPr>
            <p:spPr>
              <a:xfrm>
                <a:off x="4697515" y="4222153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1" name="Rectangle 320">
                <a:extLst>
                  <a:ext uri="{FF2B5EF4-FFF2-40B4-BE49-F238E27FC236}">
                    <a16:creationId xmlns:a16="http://schemas.microsoft.com/office/drawing/2014/main" id="{F1E4BDD6-50D6-7058-9A6E-36EE28AE8140}"/>
                  </a:ext>
                </a:extLst>
              </p:cNvPr>
              <p:cNvSpPr/>
              <p:nvPr/>
            </p:nvSpPr>
            <p:spPr>
              <a:xfrm>
                <a:off x="3909587" y="4591896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2" name="Rectangle 321">
                <a:extLst>
                  <a:ext uri="{FF2B5EF4-FFF2-40B4-BE49-F238E27FC236}">
                    <a16:creationId xmlns:a16="http://schemas.microsoft.com/office/drawing/2014/main" id="{751607DD-6D8B-9B02-047F-17823BF2E99D}"/>
                  </a:ext>
                </a:extLst>
              </p:cNvPr>
              <p:cNvSpPr/>
              <p:nvPr/>
            </p:nvSpPr>
            <p:spPr>
              <a:xfrm>
                <a:off x="4302440" y="4591896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3" name="Rectangle 322">
                <a:extLst>
                  <a:ext uri="{FF2B5EF4-FFF2-40B4-BE49-F238E27FC236}">
                    <a16:creationId xmlns:a16="http://schemas.microsoft.com/office/drawing/2014/main" id="{E7177549-3024-E66A-E9A8-4CBA5F818431}"/>
                  </a:ext>
                </a:extLst>
              </p:cNvPr>
              <p:cNvSpPr/>
              <p:nvPr/>
            </p:nvSpPr>
            <p:spPr>
              <a:xfrm>
                <a:off x="4695293" y="4591525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4" name="Rectangle 323">
                <a:extLst>
                  <a:ext uri="{FF2B5EF4-FFF2-40B4-BE49-F238E27FC236}">
                    <a16:creationId xmlns:a16="http://schemas.microsoft.com/office/drawing/2014/main" id="{4EE25952-78B6-B97E-564E-1A94321760EB}"/>
                  </a:ext>
                </a:extLst>
              </p:cNvPr>
              <p:cNvSpPr/>
              <p:nvPr/>
            </p:nvSpPr>
            <p:spPr>
              <a:xfrm>
                <a:off x="3909587" y="4941225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5" name="Rectangle 324">
                <a:extLst>
                  <a:ext uri="{FF2B5EF4-FFF2-40B4-BE49-F238E27FC236}">
                    <a16:creationId xmlns:a16="http://schemas.microsoft.com/office/drawing/2014/main" id="{6788CD57-31EB-59F3-A6FB-AE1725843187}"/>
                  </a:ext>
                </a:extLst>
              </p:cNvPr>
              <p:cNvSpPr/>
              <p:nvPr/>
            </p:nvSpPr>
            <p:spPr>
              <a:xfrm>
                <a:off x="4302440" y="4941225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26" name="Rectangle 325">
                <a:extLst>
                  <a:ext uri="{FF2B5EF4-FFF2-40B4-BE49-F238E27FC236}">
                    <a16:creationId xmlns:a16="http://schemas.microsoft.com/office/drawing/2014/main" id="{DF5CDDC1-707E-BFB1-CA4A-D9E9880AC5B4}"/>
                  </a:ext>
                </a:extLst>
              </p:cNvPr>
              <p:cNvSpPr/>
              <p:nvPr/>
            </p:nvSpPr>
            <p:spPr>
              <a:xfrm>
                <a:off x="4695293" y="4940854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</p:grpSp>
      <p:sp>
        <p:nvSpPr>
          <p:cNvPr id="332" name="TextBox 331">
            <a:extLst>
              <a:ext uri="{FF2B5EF4-FFF2-40B4-BE49-F238E27FC236}">
                <a16:creationId xmlns:a16="http://schemas.microsoft.com/office/drawing/2014/main" id="{F019ACEA-A82B-52CB-8799-04ECEDFE8642}"/>
              </a:ext>
            </a:extLst>
          </p:cNvPr>
          <p:cNvSpPr txBox="1"/>
          <p:nvPr/>
        </p:nvSpPr>
        <p:spPr>
          <a:xfrm>
            <a:off x="6785486" y="1505697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5" name="TextBox 334">
            <a:extLst>
              <a:ext uri="{FF2B5EF4-FFF2-40B4-BE49-F238E27FC236}">
                <a16:creationId xmlns:a16="http://schemas.microsoft.com/office/drawing/2014/main" id="{0A047F44-610B-0F55-83E8-BFFF640DB4F7}"/>
              </a:ext>
            </a:extLst>
          </p:cNvPr>
          <p:cNvSpPr txBox="1"/>
          <p:nvPr/>
        </p:nvSpPr>
        <p:spPr>
          <a:xfrm>
            <a:off x="6488562" y="1822486"/>
            <a:ext cx="31290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1</a:t>
            </a:r>
          </a:p>
        </p:txBody>
      </p:sp>
      <p:sp>
        <p:nvSpPr>
          <p:cNvPr id="336" name="TextBox 335">
            <a:extLst>
              <a:ext uri="{FF2B5EF4-FFF2-40B4-BE49-F238E27FC236}">
                <a16:creationId xmlns:a16="http://schemas.microsoft.com/office/drawing/2014/main" id="{7D65E45E-5DE8-4BE0-5519-2362F213F593}"/>
              </a:ext>
            </a:extLst>
          </p:cNvPr>
          <p:cNvSpPr txBox="1"/>
          <p:nvPr/>
        </p:nvSpPr>
        <p:spPr>
          <a:xfrm>
            <a:off x="5447785" y="5860732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domain.size</a:t>
            </a:r>
            <a:endParaRPr lang="en-US" dirty="0"/>
          </a:p>
        </p:txBody>
      </p:sp>
      <p:grpSp>
        <p:nvGrpSpPr>
          <p:cNvPr id="351" name="Group 350">
            <a:extLst>
              <a:ext uri="{FF2B5EF4-FFF2-40B4-BE49-F238E27FC236}">
                <a16:creationId xmlns:a16="http://schemas.microsoft.com/office/drawing/2014/main" id="{6ADD8FE9-5FB9-791A-28FE-6E8FAD634B07}"/>
              </a:ext>
            </a:extLst>
          </p:cNvPr>
          <p:cNvGrpSpPr/>
          <p:nvPr/>
        </p:nvGrpSpPr>
        <p:grpSpPr>
          <a:xfrm>
            <a:off x="1487437" y="1889607"/>
            <a:ext cx="1812827" cy="4332422"/>
            <a:chOff x="303615" y="1865290"/>
            <a:chExt cx="1812827" cy="4332422"/>
          </a:xfrm>
        </p:grpSpPr>
        <p:sp>
          <p:nvSpPr>
            <p:cNvPr id="305" name="TextBox 304">
              <a:extLst>
                <a:ext uri="{FF2B5EF4-FFF2-40B4-BE49-F238E27FC236}">
                  <a16:creationId xmlns:a16="http://schemas.microsoft.com/office/drawing/2014/main" id="{78741270-3254-1558-0BE9-360F9FAB92C3}"/>
                </a:ext>
              </a:extLst>
            </p:cNvPr>
            <p:cNvSpPr txBox="1"/>
            <p:nvPr/>
          </p:nvSpPr>
          <p:spPr>
            <a:xfrm>
              <a:off x="1406481" y="1876713"/>
              <a:ext cx="312906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1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2FD77A04-F181-137A-AE5C-2D4DAF12602B}"/>
                </a:ext>
              </a:extLst>
            </p:cNvPr>
            <p:cNvSpPr/>
            <p:nvPr/>
          </p:nvSpPr>
          <p:spPr>
            <a:xfrm rot="16200000">
              <a:off x="1735144" y="5805376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7514AC8-2022-C84B-A904-4666E81C3535}"/>
                </a:ext>
              </a:extLst>
            </p:cNvPr>
            <p:cNvSpPr/>
            <p:nvPr/>
          </p:nvSpPr>
          <p:spPr>
            <a:xfrm rot="16200000">
              <a:off x="1735144" y="5412523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96D47EF2-953B-8F94-4E14-AB0C220203B5}"/>
                </a:ext>
              </a:extLst>
            </p:cNvPr>
            <p:cNvSpPr/>
            <p:nvPr/>
          </p:nvSpPr>
          <p:spPr>
            <a:xfrm rot="16200000">
              <a:off x="1734773" y="5019670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1" name="Rectangle 150">
              <a:extLst>
                <a:ext uri="{FF2B5EF4-FFF2-40B4-BE49-F238E27FC236}">
                  <a16:creationId xmlns:a16="http://schemas.microsoft.com/office/drawing/2014/main" id="{4A72A995-0BA6-02CF-714E-BDB7C8DC9705}"/>
                </a:ext>
              </a:extLst>
            </p:cNvPr>
            <p:cNvSpPr/>
            <p:nvPr/>
          </p:nvSpPr>
          <p:spPr>
            <a:xfrm rot="16200000">
              <a:off x="1734773" y="4626817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2" name="Rectangle 151">
              <a:extLst>
                <a:ext uri="{FF2B5EF4-FFF2-40B4-BE49-F238E27FC236}">
                  <a16:creationId xmlns:a16="http://schemas.microsoft.com/office/drawing/2014/main" id="{8BDF827D-841A-0810-2C18-1DE5AF9B1A4C}"/>
                </a:ext>
              </a:extLst>
            </p:cNvPr>
            <p:cNvSpPr/>
            <p:nvPr/>
          </p:nvSpPr>
          <p:spPr>
            <a:xfrm rot="16200000">
              <a:off x="1734773" y="4233964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3" name="Rectangle 152">
              <a:extLst>
                <a:ext uri="{FF2B5EF4-FFF2-40B4-BE49-F238E27FC236}">
                  <a16:creationId xmlns:a16="http://schemas.microsoft.com/office/drawing/2014/main" id="{41BB0301-54DA-7B47-6718-0BE451E49E6E}"/>
                </a:ext>
              </a:extLst>
            </p:cNvPr>
            <p:cNvSpPr/>
            <p:nvPr/>
          </p:nvSpPr>
          <p:spPr>
            <a:xfrm rot="16200000">
              <a:off x="1734402" y="3841111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4" name="Rectangle 153">
              <a:extLst>
                <a:ext uri="{FF2B5EF4-FFF2-40B4-BE49-F238E27FC236}">
                  <a16:creationId xmlns:a16="http://schemas.microsoft.com/office/drawing/2014/main" id="{8AB2D02D-F485-9D84-1418-79683CC0979D}"/>
                </a:ext>
              </a:extLst>
            </p:cNvPr>
            <p:cNvSpPr/>
            <p:nvPr/>
          </p:nvSpPr>
          <p:spPr>
            <a:xfrm rot="16200000">
              <a:off x="1734402" y="3448258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5" name="Rectangle 154">
              <a:extLst>
                <a:ext uri="{FF2B5EF4-FFF2-40B4-BE49-F238E27FC236}">
                  <a16:creationId xmlns:a16="http://schemas.microsoft.com/office/drawing/2014/main" id="{BFD63082-1E29-CF5F-571C-E3CDA3915D50}"/>
                </a:ext>
              </a:extLst>
            </p:cNvPr>
            <p:cNvSpPr/>
            <p:nvPr/>
          </p:nvSpPr>
          <p:spPr>
            <a:xfrm rot="16200000">
              <a:off x="1734402" y="3055405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6" name="Rectangle 155">
              <a:extLst>
                <a:ext uri="{FF2B5EF4-FFF2-40B4-BE49-F238E27FC236}">
                  <a16:creationId xmlns:a16="http://schemas.microsoft.com/office/drawing/2014/main" id="{A6F44890-1917-D105-E936-CDD873D8AB62}"/>
                </a:ext>
              </a:extLst>
            </p:cNvPr>
            <p:cNvSpPr/>
            <p:nvPr/>
          </p:nvSpPr>
          <p:spPr>
            <a:xfrm rot="16200000">
              <a:off x="1734402" y="2662552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57" name="Rectangle 156">
              <a:extLst>
                <a:ext uri="{FF2B5EF4-FFF2-40B4-BE49-F238E27FC236}">
                  <a16:creationId xmlns:a16="http://schemas.microsoft.com/office/drawing/2014/main" id="{1F2DE117-4C7F-9FB3-79D1-A0C94E8D1F2D}"/>
                </a:ext>
              </a:extLst>
            </p:cNvPr>
            <p:cNvSpPr/>
            <p:nvPr/>
          </p:nvSpPr>
          <p:spPr>
            <a:xfrm rot="16200000">
              <a:off x="1734031" y="2269699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328" name="Group 327">
              <a:extLst>
                <a:ext uri="{FF2B5EF4-FFF2-40B4-BE49-F238E27FC236}">
                  <a16:creationId xmlns:a16="http://schemas.microsoft.com/office/drawing/2014/main" id="{238B248C-1227-142D-0861-B8FDB3A41885}"/>
                </a:ext>
              </a:extLst>
            </p:cNvPr>
            <p:cNvGrpSpPr/>
            <p:nvPr/>
          </p:nvGrpSpPr>
          <p:grpSpPr>
            <a:xfrm rot="16200000">
              <a:off x="1341364" y="3448073"/>
              <a:ext cx="1178559" cy="370114"/>
              <a:chOff x="1159616" y="4428179"/>
              <a:chExt cx="1178559" cy="370114"/>
            </a:xfrm>
            <a:solidFill>
              <a:schemeClr val="tx1">
                <a:lumMod val="65000"/>
                <a:lumOff val="35000"/>
              </a:schemeClr>
            </a:solidFill>
          </p:grpSpPr>
          <p:sp>
            <p:nvSpPr>
              <p:cNvPr id="308" name="Rectangle 307">
                <a:extLst>
                  <a:ext uri="{FF2B5EF4-FFF2-40B4-BE49-F238E27FC236}">
                    <a16:creationId xmlns:a16="http://schemas.microsoft.com/office/drawing/2014/main" id="{36A50A3D-B410-9D30-C8BD-5EF594EE2B2E}"/>
                  </a:ext>
                </a:extLst>
              </p:cNvPr>
              <p:cNvSpPr/>
              <p:nvPr/>
            </p:nvSpPr>
            <p:spPr>
              <a:xfrm>
                <a:off x="1159616" y="4428550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09" name="Rectangle 308">
                <a:extLst>
                  <a:ext uri="{FF2B5EF4-FFF2-40B4-BE49-F238E27FC236}">
                    <a16:creationId xmlns:a16="http://schemas.microsoft.com/office/drawing/2014/main" id="{C09BB83B-C2C7-9936-0A06-2BE24E0124FD}"/>
                  </a:ext>
                </a:extLst>
              </p:cNvPr>
              <p:cNvSpPr/>
              <p:nvPr/>
            </p:nvSpPr>
            <p:spPr>
              <a:xfrm>
                <a:off x="1552469" y="4428550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sp>
            <p:nvSpPr>
              <p:cNvPr id="310" name="Rectangle 309">
                <a:extLst>
                  <a:ext uri="{FF2B5EF4-FFF2-40B4-BE49-F238E27FC236}">
                    <a16:creationId xmlns:a16="http://schemas.microsoft.com/office/drawing/2014/main" id="{E414B10F-C88F-F87B-DDCA-6DAF9A46BB6A}"/>
                  </a:ext>
                </a:extLst>
              </p:cNvPr>
              <p:cNvSpPr/>
              <p:nvPr/>
            </p:nvSpPr>
            <p:spPr>
              <a:xfrm>
                <a:off x="1945322" y="4428179"/>
                <a:ext cx="392853" cy="369743"/>
              </a:xfrm>
              <a:prstGeom prst="rect">
                <a:avLst/>
              </a:prstGeom>
              <a:grp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331" name="TextBox 330">
              <a:extLst>
                <a:ext uri="{FF2B5EF4-FFF2-40B4-BE49-F238E27FC236}">
                  <a16:creationId xmlns:a16="http://schemas.microsoft.com/office/drawing/2014/main" id="{C95DA65F-B793-AC18-F431-FDA409EB60A7}"/>
                </a:ext>
              </a:extLst>
            </p:cNvPr>
            <p:cNvSpPr txBox="1"/>
            <p:nvPr/>
          </p:nvSpPr>
          <p:spPr>
            <a:xfrm>
              <a:off x="303615" y="5828380"/>
              <a:ext cx="1415772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 err="1"/>
                <a:t>domain.size</a:t>
              </a:r>
              <a:endParaRPr lang="en-US" dirty="0"/>
            </a:p>
          </p:txBody>
        </p:sp>
        <p:sp>
          <p:nvSpPr>
            <p:cNvPr id="334" name="Rectangle 333">
              <a:extLst>
                <a:ext uri="{FF2B5EF4-FFF2-40B4-BE49-F238E27FC236}">
                  <a16:creationId xmlns:a16="http://schemas.microsoft.com/office/drawing/2014/main" id="{DE6C8664-9491-D0D8-5CB1-B89AA58378D1}"/>
                </a:ext>
              </a:extLst>
            </p:cNvPr>
            <p:cNvSpPr/>
            <p:nvPr/>
          </p:nvSpPr>
          <p:spPr>
            <a:xfrm rot="16200000">
              <a:off x="1734031" y="1876845"/>
              <a:ext cx="392853" cy="369743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38" name="TextBox 337">
              <a:extLst>
                <a:ext uri="{FF2B5EF4-FFF2-40B4-BE49-F238E27FC236}">
                  <a16:creationId xmlns:a16="http://schemas.microsoft.com/office/drawing/2014/main" id="{2D95EF69-92B5-C47F-5446-76CAECB5664B}"/>
                </a:ext>
              </a:extLst>
            </p:cNvPr>
            <p:cNvSpPr txBox="1"/>
            <p:nvPr/>
          </p:nvSpPr>
          <p:spPr>
            <a:xfrm>
              <a:off x="971015" y="3848203"/>
              <a:ext cx="774571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upper</a:t>
              </a:r>
            </a:p>
          </p:txBody>
        </p:sp>
        <p:sp>
          <p:nvSpPr>
            <p:cNvPr id="339" name="TextBox 338">
              <a:extLst>
                <a:ext uri="{FF2B5EF4-FFF2-40B4-BE49-F238E27FC236}">
                  <a16:creationId xmlns:a16="http://schemas.microsoft.com/office/drawing/2014/main" id="{DEE7DE89-30A6-6D71-2D01-9012758B8A8D}"/>
                </a:ext>
              </a:extLst>
            </p:cNvPr>
            <p:cNvSpPr txBox="1"/>
            <p:nvPr/>
          </p:nvSpPr>
          <p:spPr>
            <a:xfrm>
              <a:off x="1038431" y="3063624"/>
              <a:ext cx="736099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dirty="0"/>
                <a:t>lower</a:t>
              </a:r>
            </a:p>
          </p:txBody>
        </p:sp>
      </p:grpSp>
      <p:sp>
        <p:nvSpPr>
          <p:cNvPr id="340" name="TextBox 339">
            <a:extLst>
              <a:ext uri="{FF2B5EF4-FFF2-40B4-BE49-F238E27FC236}">
                <a16:creationId xmlns:a16="http://schemas.microsoft.com/office/drawing/2014/main" id="{9F44F702-03DF-804D-4AC7-E4831269CA3C}"/>
              </a:ext>
            </a:extLst>
          </p:cNvPr>
          <p:cNvSpPr txBox="1"/>
          <p:nvPr/>
        </p:nvSpPr>
        <p:spPr>
          <a:xfrm rot="16200000">
            <a:off x="9805640" y="967542"/>
            <a:ext cx="141577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domain.size</a:t>
            </a:r>
            <a:endParaRPr lang="en-US" dirty="0"/>
          </a:p>
        </p:txBody>
      </p:sp>
      <p:sp>
        <p:nvSpPr>
          <p:cNvPr id="341" name="TextBox 340">
            <a:extLst>
              <a:ext uri="{FF2B5EF4-FFF2-40B4-BE49-F238E27FC236}">
                <a16:creationId xmlns:a16="http://schemas.microsoft.com/office/drawing/2014/main" id="{F81CA407-484E-705E-9E16-1359B4761492}"/>
              </a:ext>
            </a:extLst>
          </p:cNvPr>
          <p:cNvSpPr txBox="1"/>
          <p:nvPr/>
        </p:nvSpPr>
        <p:spPr>
          <a:xfrm>
            <a:off x="5575993" y="4055818"/>
            <a:ext cx="11593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lower.row</a:t>
            </a:r>
            <a:endParaRPr lang="en-US" dirty="0"/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20576346-3CA8-8EC9-86E3-86B34C308D3E}"/>
              </a:ext>
            </a:extLst>
          </p:cNvPr>
          <p:cNvSpPr txBox="1"/>
          <p:nvPr/>
        </p:nvSpPr>
        <p:spPr>
          <a:xfrm>
            <a:off x="5556757" y="4795085"/>
            <a:ext cx="119782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upper.row</a:t>
            </a:r>
            <a:endParaRPr lang="en-US" dirty="0"/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E3B286AD-93C8-1C46-1B82-51645CDCF94D}"/>
              </a:ext>
            </a:extLst>
          </p:cNvPr>
          <p:cNvSpPr txBox="1"/>
          <p:nvPr/>
        </p:nvSpPr>
        <p:spPr>
          <a:xfrm rot="16200000">
            <a:off x="7198239" y="1145794"/>
            <a:ext cx="108241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lower.col</a:t>
            </a:r>
            <a:endParaRPr lang="en-US" dirty="0"/>
          </a:p>
        </p:txBody>
      </p:sp>
      <p:sp>
        <p:nvSpPr>
          <p:cNvPr id="346" name="TextBox 345">
            <a:extLst>
              <a:ext uri="{FF2B5EF4-FFF2-40B4-BE49-F238E27FC236}">
                <a16:creationId xmlns:a16="http://schemas.microsoft.com/office/drawing/2014/main" id="{5FB5DB82-899F-B780-4039-338BB28A43BB}"/>
              </a:ext>
            </a:extLst>
          </p:cNvPr>
          <p:cNvSpPr txBox="1"/>
          <p:nvPr/>
        </p:nvSpPr>
        <p:spPr>
          <a:xfrm rot="16200000">
            <a:off x="8004722" y="1161401"/>
            <a:ext cx="112088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err="1"/>
              <a:t>upper.col</a:t>
            </a:r>
            <a:endParaRPr lang="en-US" dirty="0"/>
          </a:p>
        </p:txBody>
      </p:sp>
      <p:sp>
        <p:nvSpPr>
          <p:cNvPr id="349" name="TextBox 348">
            <a:extLst>
              <a:ext uri="{FF2B5EF4-FFF2-40B4-BE49-F238E27FC236}">
                <a16:creationId xmlns:a16="http://schemas.microsoft.com/office/drawing/2014/main" id="{9763D9F8-7C7A-D6D2-9850-74756D5E05B1}"/>
              </a:ext>
            </a:extLst>
          </p:cNvPr>
          <p:cNvSpPr txBox="1"/>
          <p:nvPr/>
        </p:nvSpPr>
        <p:spPr>
          <a:xfrm>
            <a:off x="2614261" y="118544"/>
            <a:ext cx="708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1D</a:t>
            </a:r>
          </a:p>
        </p:txBody>
      </p:sp>
      <p:sp>
        <p:nvSpPr>
          <p:cNvPr id="350" name="TextBox 349">
            <a:extLst>
              <a:ext uri="{FF2B5EF4-FFF2-40B4-BE49-F238E27FC236}">
                <a16:creationId xmlns:a16="http://schemas.microsoft.com/office/drawing/2014/main" id="{C5DE667C-31FA-660D-8C5F-4C45B481EA9C}"/>
              </a:ext>
            </a:extLst>
          </p:cNvPr>
          <p:cNvSpPr txBox="1"/>
          <p:nvPr/>
        </p:nvSpPr>
        <p:spPr>
          <a:xfrm>
            <a:off x="6447044" y="135938"/>
            <a:ext cx="708848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dirty="0"/>
              <a:t>2D</a:t>
            </a:r>
          </a:p>
        </p:txBody>
      </p:sp>
    </p:spTree>
    <p:extLst>
      <p:ext uri="{BB962C8B-B14F-4D97-AF65-F5344CB8AC3E}">
        <p14:creationId xmlns:p14="http://schemas.microsoft.com/office/powerpoint/2010/main" val="1419816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DADD1-7F45-40AE-B93C-AEDCE1997F9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681037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r>
              <a:rPr lang="en-US" dirty="0"/>
              <a:t>The mid domain effect in two dimensions – the </a:t>
            </a:r>
            <a:r>
              <a:rPr lang="en-US" b="1" dirty="0"/>
              <a:t>spreading dye model</a:t>
            </a:r>
            <a:endParaRPr lang="cs-CZ" b="1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0D770F2-A78D-4625-A9DF-EB397EFBF5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13B397D-D41F-492E-ABE2-B3390F73867D}" type="slidenum">
              <a:rPr lang="cs-CZ" smtClean="0"/>
              <a:t>9</a:t>
            </a:fld>
            <a:endParaRPr lang="cs-CZ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0A65B07-7C41-4087-AA69-3779590B5E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cs-CZ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69155EF-6024-B564-B2E7-B9681738727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24401" y="884339"/>
            <a:ext cx="3089717" cy="547632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40102A40-3ACB-536F-2BC8-5C567236E9E7}"/>
              </a:ext>
            </a:extLst>
          </p:cNvPr>
          <p:cNvSpPr txBox="1"/>
          <p:nvPr/>
        </p:nvSpPr>
        <p:spPr>
          <a:xfrm>
            <a:off x="294642" y="6033824"/>
            <a:ext cx="6386895" cy="326841"/>
          </a:xfrm>
          <a:prstGeom prst="rect">
            <a:avLst/>
          </a:prstGeom>
          <a:noFill/>
          <a:ln>
            <a:noFill/>
          </a:ln>
        </p:spPr>
        <p:txBody>
          <a:bodyPr vert="horz" wrap="square" lIns="90000" tIns="45000" rIns="90000" bIns="45000" anchorCtr="0" compatLnSpc="0">
            <a:spAutoFit/>
          </a:bodyPr>
          <a:lstStyle/>
          <a:p>
            <a:pPr marL="0" marR="0" lvl="0" indent="0" rtl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600"/>
            </a:pPr>
            <a:r>
              <a:rPr lang="en-US" sz="1600" b="0" i="0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Storch et al. (2006) </a:t>
            </a:r>
            <a:r>
              <a:rPr lang="en-US" sz="1600" b="0" i="1" u="none" strike="noStrike" kern="1200" cap="none" dirty="0">
                <a:ln>
                  <a:noFill/>
                </a:ln>
                <a:solidFill>
                  <a:srgbClr val="23373B"/>
                </a:solidFill>
                <a:latin typeface="Arial" panose="020B0604020202020204" pitchFamily="34" charset="0"/>
                <a:ea typeface="Droid Sans Fallback" pitchFamily="2"/>
                <a:cs typeface="Arial" panose="020B0604020202020204" pitchFamily="34" charset="0"/>
              </a:rPr>
              <a:t>Ecology Letters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274F6BF5-EA88-C85D-2B45-D9CC9EFEA4D2}"/>
              </a:ext>
            </a:extLst>
          </p:cNvPr>
          <p:cNvCxnSpPr>
            <a:cxnSpLocks/>
          </p:cNvCxnSpPr>
          <p:nvPr/>
        </p:nvCxnSpPr>
        <p:spPr>
          <a:xfrm>
            <a:off x="381000" y="6005249"/>
            <a:ext cx="4161276" cy="0"/>
          </a:xfrm>
          <a:prstGeom prst="line">
            <a:avLst/>
          </a:prstGeom>
          <a:ln w="12700">
            <a:solidFill>
              <a:srgbClr val="23373B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6890667B-F4A2-E18F-247E-EEF0DF5BEF9D}"/>
              </a:ext>
            </a:extLst>
          </p:cNvPr>
          <p:cNvSpPr txBox="1"/>
          <p:nvPr/>
        </p:nvSpPr>
        <p:spPr>
          <a:xfrm>
            <a:off x="7896225" y="898453"/>
            <a:ext cx="33909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The best model combines the geometric mid-domain effect with climatic effects, specifically actual evapotranspiration (AET).</a:t>
            </a:r>
          </a:p>
        </p:txBody>
      </p:sp>
    </p:spTree>
    <p:extLst>
      <p:ext uri="{BB962C8B-B14F-4D97-AF65-F5344CB8AC3E}">
        <p14:creationId xmlns:p14="http://schemas.microsoft.com/office/powerpoint/2010/main" val="231680251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11661</TotalTime>
  <Words>298</Words>
  <Application>Microsoft Office PowerPoint</Application>
  <PresentationFormat>Widescreen</PresentationFormat>
  <Paragraphs>62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Practical class: Simulating placement of species ranges</vt:lpstr>
      <vt:lpstr>Why do we see latitudinal gradient of species richness?</vt:lpstr>
      <vt:lpstr>Latitudinal gradient</vt:lpstr>
      <vt:lpstr>Latitudinal gradient</vt:lpstr>
      <vt:lpstr>Maybe these patterns will emerge by random placement of geographic ranges</vt:lpstr>
      <vt:lpstr>Maybe these patterns will emerge by random placement of geographic ranges</vt:lpstr>
      <vt:lpstr>Goals of today’s practical class</vt:lpstr>
      <vt:lpstr>PowerPoint Presentation</vt:lpstr>
      <vt:lpstr>The mid domain effect in two dimensions – the spreading dye model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Biodiversity dynamics across a continuum of space, time, and their scales</dc:title>
  <dc:creator>Keil Petr</dc:creator>
  <cp:lastModifiedBy>Keil Petr</cp:lastModifiedBy>
  <cp:revision>849</cp:revision>
  <cp:lastPrinted>2022-01-20T14:55:36Z</cp:lastPrinted>
  <dcterms:created xsi:type="dcterms:W3CDTF">2021-11-22T08:31:33Z</dcterms:created>
  <dcterms:modified xsi:type="dcterms:W3CDTF">2025-11-10T10:28:22Z</dcterms:modified>
</cp:coreProperties>
</file>